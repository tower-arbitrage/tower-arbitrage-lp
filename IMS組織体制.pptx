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56" r:id="rId5"/>
    <p:sldId id="257" r:id="rId6"/>
    <p:sldId id="2147483636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genda" id="{77FD5DFE-22C7-4379-A1E7-ABE3CA3C45E5}">
          <p14:sldIdLst>
            <p14:sldId id="256"/>
            <p14:sldId id="257"/>
            <p14:sldId id="214748363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bu Yuki" initials="HY" lastIdx="23" clrIdx="0">
    <p:extLst>
      <p:ext uri="{19B8F6BF-5375-455C-9EA6-DF929625EA0E}">
        <p15:presenceInfo xmlns:p15="http://schemas.microsoft.com/office/powerpoint/2012/main" userId="5e320a9bd566582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  <a:srgbClr val="2F5597"/>
    <a:srgbClr val="D9D9D9"/>
    <a:srgbClr val="EDF4FA"/>
    <a:srgbClr val="FBE5D6"/>
    <a:srgbClr val="DEEBF7"/>
    <a:srgbClr val="215C96"/>
    <a:srgbClr val="2E75B6"/>
    <a:srgbClr val="BDD7EE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859" autoAdjust="0"/>
    <p:restoredTop sz="94660"/>
  </p:normalViewPr>
  <p:slideViewPr>
    <p:cSldViewPr snapToGrid="0">
      <p:cViewPr>
        <p:scale>
          <a:sx n="95" d="100"/>
          <a:sy n="95" d="100"/>
        </p:scale>
        <p:origin x="600" y="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大道 涼佑" userId="74b43616-6616-4fb2-bfbb-88ddd5778621" providerId="ADAL" clId="{9BA447F8-E97E-4868-93EA-87C7FD6AC063}"/>
    <pc:docChg chg="addSld modSld sldOrd">
      <pc:chgData name="大道 涼佑" userId="74b43616-6616-4fb2-bfbb-88ddd5778621" providerId="ADAL" clId="{9BA447F8-E97E-4868-93EA-87C7FD6AC063}" dt="2025-06-26T10:06:04.019" v="7"/>
      <pc:docMkLst>
        <pc:docMk/>
      </pc:docMkLst>
      <pc:sldChg chg="add">
        <pc:chgData name="大道 涼佑" userId="74b43616-6616-4fb2-bfbb-88ddd5778621" providerId="ADAL" clId="{9BA447F8-E97E-4868-93EA-87C7FD6AC063}" dt="2025-06-26T09:56:29.864" v="0"/>
        <pc:sldMkLst>
          <pc:docMk/>
          <pc:sldMk cId="673581222" sldId="2147483579"/>
        </pc:sldMkLst>
      </pc:sldChg>
      <pc:sldChg chg="add">
        <pc:chgData name="大道 涼佑" userId="74b43616-6616-4fb2-bfbb-88ddd5778621" providerId="ADAL" clId="{9BA447F8-E97E-4868-93EA-87C7FD6AC063}" dt="2025-06-26T09:56:29.864" v="0"/>
        <pc:sldMkLst>
          <pc:docMk/>
          <pc:sldMk cId="3136549358" sldId="2147483580"/>
        </pc:sldMkLst>
      </pc:sldChg>
      <pc:sldChg chg="add">
        <pc:chgData name="大道 涼佑" userId="74b43616-6616-4fb2-bfbb-88ddd5778621" providerId="ADAL" clId="{9BA447F8-E97E-4868-93EA-87C7FD6AC063}" dt="2025-06-26T09:56:29.864" v="0"/>
        <pc:sldMkLst>
          <pc:docMk/>
          <pc:sldMk cId="88370102" sldId="2147483582"/>
        </pc:sldMkLst>
      </pc:sldChg>
      <pc:sldChg chg="add">
        <pc:chgData name="大道 涼佑" userId="74b43616-6616-4fb2-bfbb-88ddd5778621" providerId="ADAL" clId="{9BA447F8-E97E-4868-93EA-87C7FD6AC063}" dt="2025-06-26T09:56:29.864" v="0"/>
        <pc:sldMkLst>
          <pc:docMk/>
          <pc:sldMk cId="485046769" sldId="2147483583"/>
        </pc:sldMkLst>
      </pc:sldChg>
      <pc:sldChg chg="add">
        <pc:chgData name="大道 涼佑" userId="74b43616-6616-4fb2-bfbb-88ddd5778621" providerId="ADAL" clId="{9BA447F8-E97E-4868-93EA-87C7FD6AC063}" dt="2025-06-26T09:56:29.864" v="0"/>
        <pc:sldMkLst>
          <pc:docMk/>
          <pc:sldMk cId="1343687578" sldId="2147483584"/>
        </pc:sldMkLst>
      </pc:sldChg>
      <pc:sldChg chg="add">
        <pc:chgData name="大道 涼佑" userId="74b43616-6616-4fb2-bfbb-88ddd5778621" providerId="ADAL" clId="{9BA447F8-E97E-4868-93EA-87C7FD6AC063}" dt="2025-06-26T09:56:29.864" v="0"/>
        <pc:sldMkLst>
          <pc:docMk/>
          <pc:sldMk cId="1844020956" sldId="2147483585"/>
        </pc:sldMkLst>
      </pc:sldChg>
      <pc:sldChg chg="add">
        <pc:chgData name="大道 涼佑" userId="74b43616-6616-4fb2-bfbb-88ddd5778621" providerId="ADAL" clId="{9BA447F8-E97E-4868-93EA-87C7FD6AC063}" dt="2025-06-26T09:56:29.864" v="0"/>
        <pc:sldMkLst>
          <pc:docMk/>
          <pc:sldMk cId="2287315579" sldId="2147483586"/>
        </pc:sldMkLst>
      </pc:sldChg>
      <pc:sldChg chg="add">
        <pc:chgData name="大道 涼佑" userId="74b43616-6616-4fb2-bfbb-88ddd5778621" providerId="ADAL" clId="{9BA447F8-E97E-4868-93EA-87C7FD6AC063}" dt="2025-06-26T09:56:29.864" v="0"/>
        <pc:sldMkLst>
          <pc:docMk/>
          <pc:sldMk cId="2505318823" sldId="2147483588"/>
        </pc:sldMkLst>
      </pc:sldChg>
      <pc:sldChg chg="add">
        <pc:chgData name="大道 涼佑" userId="74b43616-6616-4fb2-bfbb-88ddd5778621" providerId="ADAL" clId="{9BA447F8-E97E-4868-93EA-87C7FD6AC063}" dt="2025-06-26T09:56:29.864" v="0"/>
        <pc:sldMkLst>
          <pc:docMk/>
          <pc:sldMk cId="1191863372" sldId="2147483589"/>
        </pc:sldMkLst>
      </pc:sldChg>
      <pc:sldChg chg="add ord">
        <pc:chgData name="大道 涼佑" userId="74b43616-6616-4fb2-bfbb-88ddd5778621" providerId="ADAL" clId="{9BA447F8-E97E-4868-93EA-87C7FD6AC063}" dt="2025-06-26T09:56:40.189" v="6"/>
        <pc:sldMkLst>
          <pc:docMk/>
          <pc:sldMk cId="1100491405" sldId="2147483590"/>
        </pc:sldMkLst>
      </pc:sldChg>
      <pc:sldChg chg="add ord">
        <pc:chgData name="大道 涼佑" userId="74b43616-6616-4fb2-bfbb-88ddd5778621" providerId="ADAL" clId="{9BA447F8-E97E-4868-93EA-87C7FD6AC063}" dt="2025-06-26T10:06:04.019" v="7"/>
        <pc:sldMkLst>
          <pc:docMk/>
          <pc:sldMk cId="1419410453" sldId="2147483591"/>
        </pc:sldMkLst>
      </pc:sldChg>
    </pc:docChg>
  </pc:docChgLst>
  <pc:docChgLst>
    <pc:chgData name="大道 涼佑" userId="74b43616-6616-4fb2-bfbb-88ddd5778621" providerId="ADAL" clId="{97CE58C3-9973-4DFF-8ECD-0802FA7F9F5F}"/>
    <pc:docChg chg="addSld modSld">
      <pc:chgData name="大道 涼佑" userId="74b43616-6616-4fb2-bfbb-88ddd5778621" providerId="ADAL" clId="{97CE58C3-9973-4DFF-8ECD-0802FA7F9F5F}" dt="2025-08-26T05:54:12.955" v="0"/>
      <pc:docMkLst>
        <pc:docMk/>
      </pc:docMkLst>
      <pc:sldChg chg="add">
        <pc:chgData name="大道 涼佑" userId="74b43616-6616-4fb2-bfbb-88ddd5778621" providerId="ADAL" clId="{97CE58C3-9973-4DFF-8ECD-0802FA7F9F5F}" dt="2025-08-26T05:54:12.955" v="0"/>
        <pc:sldMkLst>
          <pc:docMk/>
          <pc:sldMk cId="645097907" sldId="2147483618"/>
        </pc:sldMkLst>
      </pc:sldChg>
      <pc:sldChg chg="add">
        <pc:chgData name="大道 涼佑" userId="74b43616-6616-4fb2-bfbb-88ddd5778621" providerId="ADAL" clId="{97CE58C3-9973-4DFF-8ECD-0802FA7F9F5F}" dt="2025-08-26T05:54:12.955" v="0"/>
        <pc:sldMkLst>
          <pc:docMk/>
          <pc:sldMk cId="3283089027" sldId="2147483620"/>
        </pc:sldMkLst>
      </pc:sldChg>
      <pc:sldChg chg="add">
        <pc:chgData name="大道 涼佑" userId="74b43616-6616-4fb2-bfbb-88ddd5778621" providerId="ADAL" clId="{97CE58C3-9973-4DFF-8ECD-0802FA7F9F5F}" dt="2025-08-26T05:54:12.955" v="0"/>
        <pc:sldMkLst>
          <pc:docMk/>
          <pc:sldMk cId="3732826556" sldId="2147483621"/>
        </pc:sldMkLst>
      </pc:sldChg>
      <pc:sldChg chg="add">
        <pc:chgData name="大道 涼佑" userId="74b43616-6616-4fb2-bfbb-88ddd5778621" providerId="ADAL" clId="{97CE58C3-9973-4DFF-8ECD-0802FA7F9F5F}" dt="2025-08-26T05:54:12.955" v="0"/>
        <pc:sldMkLst>
          <pc:docMk/>
          <pc:sldMk cId="3505782790" sldId="2147483622"/>
        </pc:sldMkLst>
      </pc:sldChg>
      <pc:sldChg chg="add">
        <pc:chgData name="大道 涼佑" userId="74b43616-6616-4fb2-bfbb-88ddd5778621" providerId="ADAL" clId="{97CE58C3-9973-4DFF-8ECD-0802FA7F9F5F}" dt="2025-08-26T05:54:12.955" v="0"/>
        <pc:sldMkLst>
          <pc:docMk/>
          <pc:sldMk cId="2253503817" sldId="2147483623"/>
        </pc:sldMkLst>
      </pc:sldChg>
      <pc:sldChg chg="add">
        <pc:chgData name="大道 涼佑" userId="74b43616-6616-4fb2-bfbb-88ddd5778621" providerId="ADAL" clId="{97CE58C3-9973-4DFF-8ECD-0802FA7F9F5F}" dt="2025-08-26T05:54:12.955" v="0"/>
        <pc:sldMkLst>
          <pc:docMk/>
          <pc:sldMk cId="4112556377" sldId="2147483624"/>
        </pc:sldMkLst>
      </pc:sldChg>
      <pc:sldChg chg="add">
        <pc:chgData name="大道 涼佑" userId="74b43616-6616-4fb2-bfbb-88ddd5778621" providerId="ADAL" clId="{97CE58C3-9973-4DFF-8ECD-0802FA7F9F5F}" dt="2025-08-26T05:54:12.955" v="0"/>
        <pc:sldMkLst>
          <pc:docMk/>
          <pc:sldMk cId="2469470760" sldId="2147483625"/>
        </pc:sldMkLst>
      </pc:sldChg>
    </pc:docChg>
  </pc:docChgLst>
  <pc:docChgLst>
    <pc:chgData name="中山直樹" userId="cb34acfc-03ef-4fac-869d-a43ba3e39817" providerId="ADAL" clId="{FBB7B250-E238-4B31-A460-94EEFCB5B63A}"/>
    <pc:docChg chg="undo custSel addSld delSld modSld sldOrd delMainMaster addSection modSection">
      <pc:chgData name="中山直樹" userId="cb34acfc-03ef-4fac-869d-a43ba3e39817" providerId="ADAL" clId="{FBB7B250-E238-4B31-A460-94EEFCB5B63A}" dt="2025-08-26T10:50:13.180" v="4442"/>
      <pc:docMkLst>
        <pc:docMk/>
      </pc:docMkLst>
      <pc:sldChg chg="add">
        <pc:chgData name="中山直樹" userId="cb34acfc-03ef-4fac-869d-a43ba3e39817" providerId="ADAL" clId="{FBB7B250-E238-4B31-A460-94EEFCB5B63A}" dt="2025-08-26T10:18:38.629" v="4436"/>
        <pc:sldMkLst>
          <pc:docMk/>
          <pc:sldMk cId="3537944527" sldId="256"/>
        </pc:sldMkLst>
      </pc:sldChg>
      <pc:sldChg chg="add">
        <pc:chgData name="中山直樹" userId="cb34acfc-03ef-4fac-869d-a43ba3e39817" providerId="ADAL" clId="{FBB7B250-E238-4B31-A460-94EEFCB5B63A}" dt="2025-08-26T10:18:38.629" v="4436"/>
        <pc:sldMkLst>
          <pc:docMk/>
          <pc:sldMk cId="2044795182" sldId="258"/>
        </pc:sldMkLst>
      </pc:sldChg>
      <pc:sldChg chg="modSp mod">
        <pc:chgData name="中山直樹" userId="cb34acfc-03ef-4fac-869d-a43ba3e39817" providerId="ADAL" clId="{FBB7B250-E238-4B31-A460-94EEFCB5B63A}" dt="2025-08-22T05:21:13.993" v="9"/>
        <pc:sldMkLst>
          <pc:docMk/>
          <pc:sldMk cId="70759721" sldId="688"/>
        </pc:sldMkLst>
      </pc:sldChg>
      <pc:sldChg chg="modSp mod">
        <pc:chgData name="中山直樹" userId="cb34acfc-03ef-4fac-869d-a43ba3e39817" providerId="ADAL" clId="{FBB7B250-E238-4B31-A460-94EEFCB5B63A}" dt="2025-08-26T01:50:17.664" v="3604" actId="20577"/>
        <pc:sldMkLst>
          <pc:docMk/>
          <pc:sldMk cId="5111407" sldId="689"/>
        </pc:sldMkLst>
      </pc:sldChg>
      <pc:sldChg chg="del">
        <pc:chgData name="中山直樹" userId="cb34acfc-03ef-4fac-869d-a43ba3e39817" providerId="ADAL" clId="{FBB7B250-E238-4B31-A460-94EEFCB5B63A}" dt="2025-08-25T07:26:50.360" v="63" actId="47"/>
        <pc:sldMkLst>
          <pc:docMk/>
          <pc:sldMk cId="1046322974" sldId="705"/>
        </pc:sldMkLst>
      </pc:sldChg>
      <pc:sldChg chg="del">
        <pc:chgData name="中山直樹" userId="cb34acfc-03ef-4fac-869d-a43ba3e39817" providerId="ADAL" clId="{FBB7B250-E238-4B31-A460-94EEFCB5B63A}" dt="2025-08-25T07:26:50.360" v="63" actId="47"/>
        <pc:sldMkLst>
          <pc:docMk/>
          <pc:sldMk cId="202716382" sldId="721"/>
        </pc:sldMkLst>
      </pc:sldChg>
      <pc:sldChg chg="modSp mod">
        <pc:chgData name="中山直樹" userId="cb34acfc-03ef-4fac-869d-a43ba3e39817" providerId="ADAL" clId="{FBB7B250-E238-4B31-A460-94EEFCB5B63A}" dt="2025-08-26T02:03:58.213" v="3973" actId="1076"/>
        <pc:sldMkLst>
          <pc:docMk/>
          <pc:sldMk cId="3874918875" sldId="722"/>
        </pc:sldMkLst>
      </pc:sldChg>
      <pc:sldChg chg="delSp modSp mod">
        <pc:chgData name="中山直樹" userId="cb34acfc-03ef-4fac-869d-a43ba3e39817" providerId="ADAL" clId="{FBB7B250-E238-4B31-A460-94EEFCB5B63A}" dt="2025-08-26T01:52:12.562" v="3809"/>
        <pc:sldMkLst>
          <pc:docMk/>
          <pc:sldMk cId="617619232" sldId="727"/>
        </pc:sldMkLst>
      </pc:sldChg>
      <pc:sldChg chg="del">
        <pc:chgData name="中山直樹" userId="cb34acfc-03ef-4fac-869d-a43ba3e39817" providerId="ADAL" clId="{FBB7B250-E238-4B31-A460-94EEFCB5B63A}" dt="2025-08-25T07:26:50.360" v="63" actId="47"/>
        <pc:sldMkLst>
          <pc:docMk/>
          <pc:sldMk cId="3555261744" sldId="734"/>
        </pc:sldMkLst>
      </pc:sldChg>
      <pc:sldChg chg="mod modShow">
        <pc:chgData name="中山直樹" userId="cb34acfc-03ef-4fac-869d-a43ba3e39817" providerId="ADAL" clId="{FBB7B250-E238-4B31-A460-94EEFCB5B63A}" dt="2025-08-26T01:53:19.052" v="3810" actId="729"/>
        <pc:sldMkLst>
          <pc:docMk/>
          <pc:sldMk cId="2648346863" sldId="739"/>
        </pc:sldMkLst>
      </pc:sldChg>
      <pc:sldChg chg="delSp modSp mod">
        <pc:chgData name="中山直樹" userId="cb34acfc-03ef-4fac-869d-a43ba3e39817" providerId="ADAL" clId="{FBB7B250-E238-4B31-A460-94EEFCB5B63A}" dt="2025-08-26T04:59:39.816" v="4431"/>
        <pc:sldMkLst>
          <pc:docMk/>
          <pc:sldMk cId="510621260" sldId="803"/>
        </pc:sldMkLst>
      </pc:sldChg>
      <pc:sldChg chg="modSp mod">
        <pc:chgData name="中山直樹" userId="cb34acfc-03ef-4fac-869d-a43ba3e39817" providerId="ADAL" clId="{FBB7B250-E238-4B31-A460-94EEFCB5B63A}" dt="2025-08-25T07:48:29.365" v="1630" actId="207"/>
        <pc:sldMkLst>
          <pc:docMk/>
          <pc:sldMk cId="1811451219" sldId="804"/>
        </pc:sldMkLst>
      </pc:sldChg>
      <pc:sldChg chg="addSp delSp modSp mod">
        <pc:chgData name="中山直樹" userId="cb34acfc-03ef-4fac-869d-a43ba3e39817" providerId="ADAL" clId="{FBB7B250-E238-4B31-A460-94EEFCB5B63A}" dt="2025-08-26T01:59:48.909" v="3885" actId="2085"/>
        <pc:sldMkLst>
          <pc:docMk/>
          <pc:sldMk cId="1593571735" sldId="812"/>
        </pc:sldMkLst>
      </pc:sldChg>
      <pc:sldChg chg="del">
        <pc:chgData name="中山直樹" userId="cb34acfc-03ef-4fac-869d-a43ba3e39817" providerId="ADAL" clId="{FBB7B250-E238-4B31-A460-94EEFCB5B63A}" dt="2025-08-25T07:26:50.360" v="63" actId="47"/>
        <pc:sldMkLst>
          <pc:docMk/>
          <pc:sldMk cId="4187268646" sldId="2147483462"/>
        </pc:sldMkLst>
      </pc:sldChg>
      <pc:sldChg chg="del">
        <pc:chgData name="中山直樹" userId="cb34acfc-03ef-4fac-869d-a43ba3e39817" providerId="ADAL" clId="{FBB7B250-E238-4B31-A460-94EEFCB5B63A}" dt="2025-08-25T07:26:50.360" v="63" actId="47"/>
        <pc:sldMkLst>
          <pc:docMk/>
          <pc:sldMk cId="1049366319" sldId="2147483463"/>
        </pc:sldMkLst>
      </pc:sldChg>
      <pc:sldChg chg="del">
        <pc:chgData name="中山直樹" userId="cb34acfc-03ef-4fac-869d-a43ba3e39817" providerId="ADAL" clId="{FBB7B250-E238-4B31-A460-94EEFCB5B63A}" dt="2025-08-25T07:26:50.360" v="63" actId="47"/>
        <pc:sldMkLst>
          <pc:docMk/>
          <pc:sldMk cId="1962858987" sldId="2147483464"/>
        </pc:sldMkLst>
      </pc:sldChg>
      <pc:sldChg chg="del">
        <pc:chgData name="中山直樹" userId="cb34acfc-03ef-4fac-869d-a43ba3e39817" providerId="ADAL" clId="{FBB7B250-E238-4B31-A460-94EEFCB5B63A}" dt="2025-08-22T05:21:24.531" v="10" actId="47"/>
        <pc:sldMkLst>
          <pc:docMk/>
          <pc:sldMk cId="578989711" sldId="2147483592"/>
        </pc:sldMkLst>
      </pc:sldChg>
      <pc:sldChg chg="del">
        <pc:chgData name="中山直樹" userId="cb34acfc-03ef-4fac-869d-a43ba3e39817" providerId="ADAL" clId="{FBB7B250-E238-4B31-A460-94EEFCB5B63A}" dt="2025-08-22T05:21:24.531" v="10" actId="47"/>
        <pc:sldMkLst>
          <pc:docMk/>
          <pc:sldMk cId="4263208362" sldId="2147483598"/>
        </pc:sldMkLst>
      </pc:sldChg>
      <pc:sldChg chg="del">
        <pc:chgData name="中山直樹" userId="cb34acfc-03ef-4fac-869d-a43ba3e39817" providerId="ADAL" clId="{FBB7B250-E238-4B31-A460-94EEFCB5B63A}" dt="2025-08-22T05:21:24.531" v="10" actId="47"/>
        <pc:sldMkLst>
          <pc:docMk/>
          <pc:sldMk cId="1200093416" sldId="2147483599"/>
        </pc:sldMkLst>
      </pc:sldChg>
      <pc:sldChg chg="addSp delSp modSp del mod">
        <pc:chgData name="中山直樹" userId="cb34acfc-03ef-4fac-869d-a43ba3e39817" providerId="ADAL" clId="{FBB7B250-E238-4B31-A460-94EEFCB5B63A}" dt="2025-08-26T07:37:31.367" v="4432" actId="47"/>
        <pc:sldMkLst>
          <pc:docMk/>
          <pc:sldMk cId="2727339202" sldId="2147483600"/>
        </pc:sldMkLst>
      </pc:sldChg>
      <pc:sldChg chg="addSp delSp modSp mod ord">
        <pc:chgData name="中山直樹" userId="cb34acfc-03ef-4fac-869d-a43ba3e39817" providerId="ADAL" clId="{FBB7B250-E238-4B31-A460-94EEFCB5B63A}" dt="2025-08-26T02:07:51.166" v="4145"/>
        <pc:sldMkLst>
          <pc:docMk/>
          <pc:sldMk cId="1388896467" sldId="2147483601"/>
        </pc:sldMkLst>
      </pc:sldChg>
      <pc:sldChg chg="modSp add mod">
        <pc:chgData name="中山直樹" userId="cb34acfc-03ef-4fac-869d-a43ba3e39817" providerId="ADAL" clId="{FBB7B250-E238-4B31-A460-94EEFCB5B63A}" dt="2025-08-25T07:27:27.371" v="144" actId="6549"/>
        <pc:sldMkLst>
          <pc:docMk/>
          <pc:sldMk cId="2946291613" sldId="2147483602"/>
        </pc:sldMkLst>
      </pc:sldChg>
      <pc:sldChg chg="addSp delSp modSp add del mod">
        <pc:chgData name="中山直樹" userId="cb34acfc-03ef-4fac-869d-a43ba3e39817" providerId="ADAL" clId="{FBB7B250-E238-4B31-A460-94EEFCB5B63A}" dt="2025-08-26T07:37:31.367" v="4432" actId="47"/>
        <pc:sldMkLst>
          <pc:docMk/>
          <pc:sldMk cId="2029974802" sldId="2147483603"/>
        </pc:sldMkLst>
      </pc:sldChg>
      <pc:sldChg chg="addSp delSp modSp add del mod ord">
        <pc:chgData name="中山直樹" userId="cb34acfc-03ef-4fac-869d-a43ba3e39817" providerId="ADAL" clId="{FBB7B250-E238-4B31-A460-94EEFCB5B63A}" dt="2025-08-26T08:13:10.632" v="4435" actId="47"/>
        <pc:sldMkLst>
          <pc:docMk/>
          <pc:sldMk cId="2202517973" sldId="2147483604"/>
        </pc:sldMkLst>
      </pc:sldChg>
      <pc:sldChg chg="modSp add mod ord">
        <pc:chgData name="中山直樹" userId="cb34acfc-03ef-4fac-869d-a43ba3e39817" providerId="ADAL" clId="{FBB7B250-E238-4B31-A460-94EEFCB5B63A}" dt="2025-08-26T04:59:06.936" v="4394"/>
        <pc:sldMkLst>
          <pc:docMk/>
          <pc:sldMk cId="293693885" sldId="2147483605"/>
        </pc:sldMkLst>
      </pc:sldChg>
      <pc:sldChg chg="del">
        <pc:chgData name="中山直樹" userId="cb34acfc-03ef-4fac-869d-a43ba3e39817" providerId="ADAL" clId="{FBB7B250-E238-4B31-A460-94EEFCB5B63A}" dt="2025-08-22T05:21:36.225" v="11" actId="47"/>
        <pc:sldMkLst>
          <pc:docMk/>
          <pc:sldMk cId="1061220483" sldId="2147483606"/>
        </pc:sldMkLst>
      </pc:sldChg>
      <pc:sldChg chg="addSp delSp modSp add mod">
        <pc:chgData name="中山直樹" userId="cb34acfc-03ef-4fac-869d-a43ba3e39817" providerId="ADAL" clId="{FBB7B250-E238-4B31-A460-94EEFCB5B63A}" dt="2025-08-26T02:07:47.915" v="4140"/>
        <pc:sldMkLst>
          <pc:docMk/>
          <pc:sldMk cId="2505379761" sldId="2147483606"/>
        </pc:sldMkLst>
      </pc:sldChg>
      <pc:sldChg chg="delSp modSp add mod">
        <pc:chgData name="中山直樹" userId="cb34acfc-03ef-4fac-869d-a43ba3e39817" providerId="ADAL" clId="{FBB7B250-E238-4B31-A460-94EEFCB5B63A}" dt="2025-08-26T10:50:13.180" v="4442"/>
        <pc:sldMkLst>
          <pc:docMk/>
          <pc:sldMk cId="1403549759" sldId="2147483607"/>
        </pc:sldMkLst>
      </pc:sldChg>
      <pc:sldChg chg="del">
        <pc:chgData name="中山直樹" userId="cb34acfc-03ef-4fac-869d-a43ba3e39817" providerId="ADAL" clId="{FBB7B250-E238-4B31-A460-94EEFCB5B63A}" dt="2025-08-22T05:21:36.225" v="11" actId="47"/>
        <pc:sldMkLst>
          <pc:docMk/>
          <pc:sldMk cId="2735786606" sldId="2147483607"/>
        </pc:sldMkLst>
      </pc:sldChg>
      <pc:sldChg chg="del">
        <pc:chgData name="中山直樹" userId="cb34acfc-03ef-4fac-869d-a43ba3e39817" providerId="ADAL" clId="{FBB7B250-E238-4B31-A460-94EEFCB5B63A}" dt="2025-08-22T05:21:36.225" v="11" actId="47"/>
        <pc:sldMkLst>
          <pc:docMk/>
          <pc:sldMk cId="615696877" sldId="2147483608"/>
        </pc:sldMkLst>
      </pc:sldChg>
      <pc:sldChg chg="del">
        <pc:chgData name="中山直樹" userId="cb34acfc-03ef-4fac-869d-a43ba3e39817" providerId="ADAL" clId="{FBB7B250-E238-4B31-A460-94EEFCB5B63A}" dt="2025-08-22T05:21:36.225" v="11" actId="47"/>
        <pc:sldMkLst>
          <pc:docMk/>
          <pc:sldMk cId="2939399546" sldId="2147483609"/>
        </pc:sldMkLst>
      </pc:sldChg>
      <pc:sldChg chg="del">
        <pc:chgData name="中山直樹" userId="cb34acfc-03ef-4fac-869d-a43ba3e39817" providerId="ADAL" clId="{FBB7B250-E238-4B31-A460-94EEFCB5B63A}" dt="2025-08-22T05:21:36.225" v="11" actId="47"/>
        <pc:sldMkLst>
          <pc:docMk/>
          <pc:sldMk cId="3979211232" sldId="2147483610"/>
        </pc:sldMkLst>
      </pc:sldChg>
      <pc:sldChg chg="del">
        <pc:chgData name="中山直樹" userId="cb34acfc-03ef-4fac-869d-a43ba3e39817" providerId="ADAL" clId="{FBB7B250-E238-4B31-A460-94EEFCB5B63A}" dt="2025-08-22T05:21:36.225" v="11" actId="47"/>
        <pc:sldMkLst>
          <pc:docMk/>
          <pc:sldMk cId="1784534511" sldId="2147483611"/>
        </pc:sldMkLst>
      </pc:sldChg>
      <pc:sldChg chg="del">
        <pc:chgData name="中山直樹" userId="cb34acfc-03ef-4fac-869d-a43ba3e39817" providerId="ADAL" clId="{FBB7B250-E238-4B31-A460-94EEFCB5B63A}" dt="2025-08-22T05:21:36.225" v="11" actId="47"/>
        <pc:sldMkLst>
          <pc:docMk/>
          <pc:sldMk cId="589950111" sldId="2147483612"/>
        </pc:sldMkLst>
      </pc:sldChg>
      <pc:sldChg chg="del">
        <pc:chgData name="中山直樹" userId="cb34acfc-03ef-4fac-869d-a43ba3e39817" providerId="ADAL" clId="{FBB7B250-E238-4B31-A460-94EEFCB5B63A}" dt="2025-08-22T05:21:36.225" v="11" actId="47"/>
        <pc:sldMkLst>
          <pc:docMk/>
          <pc:sldMk cId="3466517248" sldId="2147483613"/>
        </pc:sldMkLst>
      </pc:sldChg>
      <pc:sldChg chg="del">
        <pc:chgData name="中山直樹" userId="cb34acfc-03ef-4fac-869d-a43ba3e39817" providerId="ADAL" clId="{FBB7B250-E238-4B31-A460-94EEFCB5B63A}" dt="2025-08-22T05:21:36.225" v="11" actId="47"/>
        <pc:sldMkLst>
          <pc:docMk/>
          <pc:sldMk cId="3368179795" sldId="2147483614"/>
        </pc:sldMkLst>
      </pc:sldChg>
      <pc:sldChg chg="del">
        <pc:chgData name="中山直樹" userId="cb34acfc-03ef-4fac-869d-a43ba3e39817" providerId="ADAL" clId="{FBB7B250-E238-4B31-A460-94EEFCB5B63A}" dt="2025-08-22T05:21:36.225" v="11" actId="47"/>
        <pc:sldMkLst>
          <pc:docMk/>
          <pc:sldMk cId="4181743117" sldId="2147483615"/>
        </pc:sldMkLst>
      </pc:sldChg>
      <pc:sldChg chg="del">
        <pc:chgData name="中山直樹" userId="cb34acfc-03ef-4fac-869d-a43ba3e39817" providerId="ADAL" clId="{FBB7B250-E238-4B31-A460-94EEFCB5B63A}" dt="2025-08-22T05:21:36.225" v="11" actId="47"/>
        <pc:sldMkLst>
          <pc:docMk/>
          <pc:sldMk cId="1086973756" sldId="2147483616"/>
        </pc:sldMkLst>
      </pc:sldChg>
      <pc:sldMasterChg chg="del delSldLayout">
        <pc:chgData name="中山直樹" userId="cb34acfc-03ef-4fac-869d-a43ba3e39817" providerId="ADAL" clId="{FBB7B250-E238-4B31-A460-94EEFCB5B63A}" dt="2025-08-22T05:21:36.225" v="11" actId="47"/>
        <pc:sldMasterMkLst>
          <pc:docMk/>
          <pc:sldMasterMk cId="3792724150" sldId="2147483655"/>
        </pc:sldMasterMkLst>
        <pc:sldLayoutChg chg="del">
          <pc:chgData name="中山直樹" userId="cb34acfc-03ef-4fac-869d-a43ba3e39817" providerId="ADAL" clId="{FBB7B250-E238-4B31-A460-94EEFCB5B63A}" dt="2025-08-22T05:21:36.225" v="11" actId="47"/>
          <pc:sldLayoutMkLst>
            <pc:docMk/>
            <pc:sldMasterMk cId="3792724150" sldId="2147483655"/>
            <pc:sldLayoutMk cId="1932433047" sldId="2147483656"/>
          </pc:sldLayoutMkLst>
        </pc:sldLayoutChg>
        <pc:sldLayoutChg chg="del">
          <pc:chgData name="中山直樹" userId="cb34acfc-03ef-4fac-869d-a43ba3e39817" providerId="ADAL" clId="{FBB7B250-E238-4B31-A460-94EEFCB5B63A}" dt="2025-08-22T05:21:36.225" v="11" actId="47"/>
          <pc:sldLayoutMkLst>
            <pc:docMk/>
            <pc:sldMasterMk cId="3792724150" sldId="2147483655"/>
            <pc:sldLayoutMk cId="2116071365" sldId="2147483657"/>
          </pc:sldLayoutMkLst>
        </pc:sldLayoutChg>
        <pc:sldLayoutChg chg="del">
          <pc:chgData name="中山直樹" userId="cb34acfc-03ef-4fac-869d-a43ba3e39817" providerId="ADAL" clId="{FBB7B250-E238-4B31-A460-94EEFCB5B63A}" dt="2025-08-22T05:21:36.225" v="11" actId="47"/>
          <pc:sldLayoutMkLst>
            <pc:docMk/>
            <pc:sldMasterMk cId="3792724150" sldId="2147483655"/>
            <pc:sldLayoutMk cId="2786607512" sldId="2147483658"/>
          </pc:sldLayoutMkLst>
        </pc:sldLayoutChg>
      </pc:sldMasterChg>
    </pc:docChg>
  </pc:docChgLst>
  <pc:docChgLst>
    <pc:chgData name="鈴木 与晴" userId="79af036e-52e6-43e1-aff5-c35ad0463ff9" providerId="ADAL" clId="{223E5698-9C8A-4387-A55A-6740EC95322B}"/>
    <pc:docChg chg="addSld modSld">
      <pc:chgData name="鈴木 与晴" userId="79af036e-52e6-43e1-aff5-c35ad0463ff9" providerId="ADAL" clId="{223E5698-9C8A-4387-A55A-6740EC95322B}" dt="2025-08-25T06:18:36.348" v="0"/>
      <pc:docMkLst>
        <pc:docMk/>
      </pc:docMkLst>
      <pc:sldChg chg="add">
        <pc:chgData name="鈴木 与晴" userId="79af036e-52e6-43e1-aff5-c35ad0463ff9" providerId="ADAL" clId="{223E5698-9C8A-4387-A55A-6740EC95322B}" dt="2025-08-25T06:18:36.348" v="0"/>
        <pc:sldMkLst>
          <pc:docMk/>
          <pc:sldMk cId="3874918875" sldId="722"/>
        </pc:sldMkLst>
      </pc:sldChg>
    </pc:docChg>
  </pc:docChgLst>
  <pc:docChgLst>
    <pc:chgData name="中山直樹" userId="cb34acfc-03ef-4fac-869d-a43ba3e39817" providerId="ADAL" clId="{956C9AE0-9651-42C7-A85C-59D4FCB7B6F3}"/>
    <pc:docChg chg="undo redo custSel addSld delSld modSld sldOrd delSection modSection">
      <pc:chgData name="中山直樹" userId="cb34acfc-03ef-4fac-869d-a43ba3e39817" providerId="ADAL" clId="{956C9AE0-9651-42C7-A85C-59D4FCB7B6F3}" dt="2025-04-23T14:12:10.576" v="5465" actId="20577"/>
      <pc:docMkLst>
        <pc:docMk/>
      </pc:docMkLst>
      <pc:sldChg chg="modSp mod">
        <pc:chgData name="中山直樹" userId="cb34acfc-03ef-4fac-869d-a43ba3e39817" providerId="ADAL" clId="{956C9AE0-9651-42C7-A85C-59D4FCB7B6F3}" dt="2025-04-23T08:36:37.817" v="4078" actId="6549"/>
        <pc:sldMkLst>
          <pc:docMk/>
          <pc:sldMk cId="5111407" sldId="689"/>
        </pc:sldMkLst>
      </pc:sldChg>
      <pc:sldChg chg="addSp delSp modSp del mod">
        <pc:chgData name="中山直樹" userId="cb34acfc-03ef-4fac-869d-a43ba3e39817" providerId="ADAL" clId="{956C9AE0-9651-42C7-A85C-59D4FCB7B6F3}" dt="2025-04-23T12:40:53.248" v="5417" actId="20577"/>
        <pc:sldMkLst>
          <pc:docMk/>
          <pc:sldMk cId="555076671" sldId="690"/>
        </pc:sldMkLst>
      </pc:sldChg>
      <pc:sldChg chg="del">
        <pc:chgData name="中山直樹" userId="cb34acfc-03ef-4fac-869d-a43ba3e39817" providerId="ADAL" clId="{956C9AE0-9651-42C7-A85C-59D4FCB7B6F3}" dt="2025-04-22T03:21:59.544" v="635" actId="47"/>
        <pc:sldMkLst>
          <pc:docMk/>
          <pc:sldMk cId="682105176" sldId="691"/>
        </pc:sldMkLst>
      </pc:sldChg>
      <pc:sldChg chg="del">
        <pc:chgData name="中山直樹" userId="cb34acfc-03ef-4fac-869d-a43ba3e39817" providerId="ADAL" clId="{956C9AE0-9651-42C7-A85C-59D4FCB7B6F3}" dt="2025-04-22T03:22:00.490" v="636" actId="47"/>
        <pc:sldMkLst>
          <pc:docMk/>
          <pc:sldMk cId="1534509101" sldId="692"/>
        </pc:sldMkLst>
      </pc:sldChg>
      <pc:sldChg chg="del">
        <pc:chgData name="中山直樹" userId="cb34acfc-03ef-4fac-869d-a43ba3e39817" providerId="ADAL" clId="{956C9AE0-9651-42C7-A85C-59D4FCB7B6F3}" dt="2025-04-22T03:22:02.817" v="639" actId="47"/>
        <pc:sldMkLst>
          <pc:docMk/>
          <pc:sldMk cId="2604062241" sldId="693"/>
        </pc:sldMkLst>
      </pc:sldChg>
      <pc:sldChg chg="del">
        <pc:chgData name="中山直樹" userId="cb34acfc-03ef-4fac-869d-a43ba3e39817" providerId="ADAL" clId="{956C9AE0-9651-42C7-A85C-59D4FCB7B6F3}" dt="2025-04-22T03:22:06.726" v="650" actId="47"/>
        <pc:sldMkLst>
          <pc:docMk/>
          <pc:sldMk cId="602491494" sldId="694"/>
        </pc:sldMkLst>
      </pc:sldChg>
      <pc:sldChg chg="del">
        <pc:chgData name="中山直樹" userId="cb34acfc-03ef-4fac-869d-a43ba3e39817" providerId="ADAL" clId="{956C9AE0-9651-42C7-A85C-59D4FCB7B6F3}" dt="2025-04-22T03:22:06.800" v="651" actId="47"/>
        <pc:sldMkLst>
          <pc:docMk/>
          <pc:sldMk cId="3037542400" sldId="695"/>
        </pc:sldMkLst>
      </pc:sldChg>
      <pc:sldChg chg="del">
        <pc:chgData name="中山直樹" userId="cb34acfc-03ef-4fac-869d-a43ba3e39817" providerId="ADAL" clId="{956C9AE0-9651-42C7-A85C-59D4FCB7B6F3}" dt="2025-04-22T03:22:06.998" v="652" actId="47"/>
        <pc:sldMkLst>
          <pc:docMk/>
          <pc:sldMk cId="1875580008" sldId="696"/>
        </pc:sldMkLst>
      </pc:sldChg>
      <pc:sldChg chg="del">
        <pc:chgData name="中山直樹" userId="cb34acfc-03ef-4fac-869d-a43ba3e39817" providerId="ADAL" clId="{956C9AE0-9651-42C7-A85C-59D4FCB7B6F3}" dt="2025-04-22T03:22:07.212" v="653" actId="47"/>
        <pc:sldMkLst>
          <pc:docMk/>
          <pc:sldMk cId="2562159379" sldId="697"/>
        </pc:sldMkLst>
      </pc:sldChg>
      <pc:sldChg chg="del">
        <pc:chgData name="中山直樹" userId="cb34acfc-03ef-4fac-869d-a43ba3e39817" providerId="ADAL" clId="{956C9AE0-9651-42C7-A85C-59D4FCB7B6F3}" dt="2025-04-22T03:22:07.379" v="654" actId="47"/>
        <pc:sldMkLst>
          <pc:docMk/>
          <pc:sldMk cId="2495105174" sldId="698"/>
        </pc:sldMkLst>
      </pc:sldChg>
      <pc:sldChg chg="del">
        <pc:chgData name="中山直樹" userId="cb34acfc-03ef-4fac-869d-a43ba3e39817" providerId="ADAL" clId="{956C9AE0-9651-42C7-A85C-59D4FCB7B6F3}" dt="2025-04-22T03:22:07.555" v="655" actId="47"/>
        <pc:sldMkLst>
          <pc:docMk/>
          <pc:sldMk cId="4040160401" sldId="699"/>
        </pc:sldMkLst>
      </pc:sldChg>
      <pc:sldChg chg="del">
        <pc:chgData name="中山直樹" userId="cb34acfc-03ef-4fac-869d-a43ba3e39817" providerId="ADAL" clId="{956C9AE0-9651-42C7-A85C-59D4FCB7B6F3}" dt="2025-04-22T03:22:02.230" v="638" actId="47"/>
        <pc:sldMkLst>
          <pc:docMk/>
          <pc:sldMk cId="1879222843" sldId="700"/>
        </pc:sldMkLst>
      </pc:sldChg>
      <pc:sldChg chg="del">
        <pc:chgData name="中山直樹" userId="cb34acfc-03ef-4fac-869d-a43ba3e39817" providerId="ADAL" clId="{956C9AE0-9651-42C7-A85C-59D4FCB7B6F3}" dt="2025-04-22T03:22:03.264" v="640" actId="47"/>
        <pc:sldMkLst>
          <pc:docMk/>
          <pc:sldMk cId="1047357368" sldId="701"/>
        </pc:sldMkLst>
      </pc:sldChg>
      <pc:sldChg chg="del">
        <pc:chgData name="中山直樹" userId="cb34acfc-03ef-4fac-869d-a43ba3e39817" providerId="ADAL" clId="{956C9AE0-9651-42C7-A85C-59D4FCB7B6F3}" dt="2025-04-22T03:22:05.285" v="645" actId="47"/>
        <pc:sldMkLst>
          <pc:docMk/>
          <pc:sldMk cId="3872031535" sldId="702"/>
        </pc:sldMkLst>
      </pc:sldChg>
      <pc:sldChg chg="del">
        <pc:chgData name="中山直樹" userId="cb34acfc-03ef-4fac-869d-a43ba3e39817" providerId="ADAL" clId="{956C9AE0-9651-42C7-A85C-59D4FCB7B6F3}" dt="2025-04-22T03:22:07.947" v="657" actId="47"/>
        <pc:sldMkLst>
          <pc:docMk/>
          <pc:sldMk cId="2661691079" sldId="703"/>
        </pc:sldMkLst>
      </pc:sldChg>
      <pc:sldChg chg="del">
        <pc:chgData name="中山直樹" userId="cb34acfc-03ef-4fac-869d-a43ba3e39817" providerId="ADAL" clId="{956C9AE0-9651-42C7-A85C-59D4FCB7B6F3}" dt="2025-04-22T03:22:08.179" v="658" actId="47"/>
        <pc:sldMkLst>
          <pc:docMk/>
          <pc:sldMk cId="3074596851" sldId="704"/>
        </pc:sldMkLst>
      </pc:sldChg>
      <pc:sldChg chg="del">
        <pc:chgData name="中山直樹" userId="cb34acfc-03ef-4fac-869d-a43ba3e39817" providerId="ADAL" clId="{956C9AE0-9651-42C7-A85C-59D4FCB7B6F3}" dt="2025-04-22T03:22:07.765" v="656" actId="47"/>
        <pc:sldMkLst>
          <pc:docMk/>
          <pc:sldMk cId="1259795892" sldId="705"/>
        </pc:sldMkLst>
      </pc:sldChg>
      <pc:sldChg chg="del">
        <pc:chgData name="中山直樹" userId="cb34acfc-03ef-4fac-869d-a43ba3e39817" providerId="ADAL" clId="{956C9AE0-9651-42C7-A85C-59D4FCB7B6F3}" dt="2025-04-22T03:22:06.599" v="649" actId="47"/>
        <pc:sldMkLst>
          <pc:docMk/>
          <pc:sldMk cId="2857897474" sldId="706"/>
        </pc:sldMkLst>
      </pc:sldChg>
      <pc:sldChg chg="del">
        <pc:chgData name="中山直樹" userId="cb34acfc-03ef-4fac-869d-a43ba3e39817" providerId="ADAL" clId="{956C9AE0-9651-42C7-A85C-59D4FCB7B6F3}" dt="2025-04-22T03:21:55.090" v="631" actId="47"/>
        <pc:sldMkLst>
          <pc:docMk/>
          <pc:sldMk cId="3400014487" sldId="708"/>
        </pc:sldMkLst>
      </pc:sldChg>
      <pc:sldChg chg="del">
        <pc:chgData name="中山直樹" userId="cb34acfc-03ef-4fac-869d-a43ba3e39817" providerId="ADAL" clId="{956C9AE0-9651-42C7-A85C-59D4FCB7B6F3}" dt="2025-04-22T03:21:55.705" v="632" actId="47"/>
        <pc:sldMkLst>
          <pc:docMk/>
          <pc:sldMk cId="3486998956" sldId="709"/>
        </pc:sldMkLst>
      </pc:sldChg>
      <pc:sldChg chg="del">
        <pc:chgData name="中山直樹" userId="cb34acfc-03ef-4fac-869d-a43ba3e39817" providerId="ADAL" clId="{956C9AE0-9651-42C7-A85C-59D4FCB7B6F3}" dt="2025-04-22T03:21:57.172" v="633" actId="47"/>
        <pc:sldMkLst>
          <pc:docMk/>
          <pc:sldMk cId="1255650981" sldId="711"/>
        </pc:sldMkLst>
      </pc:sldChg>
      <pc:sldChg chg="del">
        <pc:chgData name="中山直樹" userId="cb34acfc-03ef-4fac-869d-a43ba3e39817" providerId="ADAL" clId="{956C9AE0-9651-42C7-A85C-59D4FCB7B6F3}" dt="2025-04-22T03:21:58.298" v="634" actId="47"/>
        <pc:sldMkLst>
          <pc:docMk/>
          <pc:sldMk cId="2651916357" sldId="714"/>
        </pc:sldMkLst>
      </pc:sldChg>
      <pc:sldChg chg="del">
        <pc:chgData name="中山直樹" userId="cb34acfc-03ef-4fac-869d-a43ba3e39817" providerId="ADAL" clId="{956C9AE0-9651-42C7-A85C-59D4FCB7B6F3}" dt="2025-04-22T03:22:01.064" v="637" actId="47"/>
        <pc:sldMkLst>
          <pc:docMk/>
          <pc:sldMk cId="1642610395" sldId="715"/>
        </pc:sldMkLst>
      </pc:sldChg>
      <pc:sldChg chg="del">
        <pc:chgData name="中山直樹" userId="cb34acfc-03ef-4fac-869d-a43ba3e39817" providerId="ADAL" clId="{956C9AE0-9651-42C7-A85C-59D4FCB7B6F3}" dt="2025-04-22T03:22:04.755" v="644" actId="47"/>
        <pc:sldMkLst>
          <pc:docMk/>
          <pc:sldMk cId="4050182697" sldId="716"/>
        </pc:sldMkLst>
      </pc:sldChg>
      <pc:sldChg chg="del">
        <pc:chgData name="中山直樹" userId="cb34acfc-03ef-4fac-869d-a43ba3e39817" providerId="ADAL" clId="{956C9AE0-9651-42C7-A85C-59D4FCB7B6F3}" dt="2025-04-22T03:22:06.313" v="648" actId="47"/>
        <pc:sldMkLst>
          <pc:docMk/>
          <pc:sldMk cId="2325182810" sldId="717"/>
        </pc:sldMkLst>
      </pc:sldChg>
      <pc:sldChg chg="del">
        <pc:chgData name="中山直樹" userId="cb34acfc-03ef-4fac-869d-a43ba3e39817" providerId="ADAL" clId="{956C9AE0-9651-42C7-A85C-59D4FCB7B6F3}" dt="2025-04-22T03:22:03.664" v="641" actId="47"/>
        <pc:sldMkLst>
          <pc:docMk/>
          <pc:sldMk cId="3093988323" sldId="718"/>
        </pc:sldMkLst>
      </pc:sldChg>
      <pc:sldChg chg="del">
        <pc:chgData name="中山直樹" userId="cb34acfc-03ef-4fac-869d-a43ba3e39817" providerId="ADAL" clId="{956C9AE0-9651-42C7-A85C-59D4FCB7B6F3}" dt="2025-04-22T03:22:04.207" v="642" actId="47"/>
        <pc:sldMkLst>
          <pc:docMk/>
          <pc:sldMk cId="3986823030" sldId="719"/>
        </pc:sldMkLst>
      </pc:sldChg>
      <pc:sldChg chg="del">
        <pc:chgData name="中山直樹" userId="cb34acfc-03ef-4fac-869d-a43ba3e39817" providerId="ADAL" clId="{956C9AE0-9651-42C7-A85C-59D4FCB7B6F3}" dt="2025-04-22T03:22:05.897" v="646" actId="47"/>
        <pc:sldMkLst>
          <pc:docMk/>
          <pc:sldMk cId="1313920066" sldId="720"/>
        </pc:sldMkLst>
      </pc:sldChg>
      <pc:sldChg chg="del">
        <pc:chgData name="中山直樹" userId="cb34acfc-03ef-4fac-869d-a43ba3e39817" providerId="ADAL" clId="{956C9AE0-9651-42C7-A85C-59D4FCB7B6F3}" dt="2025-04-22T03:22:06.088" v="647" actId="47"/>
        <pc:sldMkLst>
          <pc:docMk/>
          <pc:sldMk cId="3826733834" sldId="721"/>
        </pc:sldMkLst>
      </pc:sldChg>
      <pc:sldChg chg="del">
        <pc:chgData name="中山直樹" userId="cb34acfc-03ef-4fac-869d-a43ba3e39817" providerId="ADAL" clId="{956C9AE0-9651-42C7-A85C-59D4FCB7B6F3}" dt="2025-04-22T03:22:04.495" v="643" actId="47"/>
        <pc:sldMkLst>
          <pc:docMk/>
          <pc:sldMk cId="1953412450" sldId="722"/>
        </pc:sldMkLst>
      </pc:sldChg>
      <pc:sldChg chg="modSp del mod">
        <pc:chgData name="中山直樹" userId="cb34acfc-03ef-4fac-869d-a43ba3e39817" providerId="ADAL" clId="{956C9AE0-9651-42C7-A85C-59D4FCB7B6F3}" dt="2025-04-23T08:56:04.599" v="4648" actId="47"/>
        <pc:sldMkLst>
          <pc:docMk/>
          <pc:sldMk cId="3067157302" sldId="724"/>
        </pc:sldMkLst>
      </pc:sldChg>
      <pc:sldChg chg="del">
        <pc:chgData name="中山直樹" userId="cb34acfc-03ef-4fac-869d-a43ba3e39817" providerId="ADAL" clId="{956C9AE0-9651-42C7-A85C-59D4FCB7B6F3}" dt="2025-04-22T03:22:08.382" v="659" actId="47"/>
        <pc:sldMkLst>
          <pc:docMk/>
          <pc:sldMk cId="2873769045" sldId="725"/>
        </pc:sldMkLst>
      </pc:sldChg>
      <pc:sldChg chg="addSp delSp modSp mod">
        <pc:chgData name="中山直樹" userId="cb34acfc-03ef-4fac-869d-a43ba3e39817" providerId="ADAL" clId="{956C9AE0-9651-42C7-A85C-59D4FCB7B6F3}" dt="2025-04-23T03:28:08.508" v="1540" actId="20577"/>
        <pc:sldMkLst>
          <pc:docMk/>
          <pc:sldMk cId="3745408884" sldId="726"/>
        </pc:sldMkLst>
      </pc:sldChg>
      <pc:sldChg chg="addSp delSp modSp add mod">
        <pc:chgData name="中山直樹" userId="cb34acfc-03ef-4fac-869d-a43ba3e39817" providerId="ADAL" clId="{956C9AE0-9651-42C7-A85C-59D4FCB7B6F3}" dt="2025-04-23T12:20:11.419" v="4873" actId="20577"/>
        <pc:sldMkLst>
          <pc:docMk/>
          <pc:sldMk cId="617619232" sldId="727"/>
        </pc:sldMkLst>
      </pc:sldChg>
      <pc:sldChg chg="addSp delSp modSp add mod ord">
        <pc:chgData name="中山直樹" userId="cb34acfc-03ef-4fac-869d-a43ba3e39817" providerId="ADAL" clId="{956C9AE0-9651-42C7-A85C-59D4FCB7B6F3}" dt="2025-04-23T14:11:47.403" v="5442" actId="1076"/>
        <pc:sldMkLst>
          <pc:docMk/>
          <pc:sldMk cId="2571022824" sldId="728"/>
        </pc:sldMkLst>
      </pc:sldChg>
      <pc:sldChg chg="modSp add mod">
        <pc:chgData name="中山直樹" userId="cb34acfc-03ef-4fac-869d-a43ba3e39817" providerId="ADAL" clId="{956C9AE0-9651-42C7-A85C-59D4FCB7B6F3}" dt="2025-04-23T14:12:10.576" v="5465" actId="20577"/>
        <pc:sldMkLst>
          <pc:docMk/>
          <pc:sldMk cId="906250991" sldId="729"/>
        </pc:sldMkLst>
      </pc:sldChg>
    </pc:docChg>
  </pc:docChgLst>
  <pc:docChgLst>
    <pc:chgData name="渡邊 修平" userId="S::s.watanabe@imshd.co.jp::30ef89c9-078a-45a9-b6e7-9ab5614c6674" providerId="AD" clId="Web-{48FFFEF4-E5DA-9E17-1B1A-832E9C6C4AC1}"/>
    <pc:docChg chg="modSld">
      <pc:chgData name="渡邊 修平" userId="S::s.watanabe@imshd.co.jp::30ef89c9-078a-45a9-b6e7-9ab5614c6674" providerId="AD" clId="Web-{48FFFEF4-E5DA-9E17-1B1A-832E9C6C4AC1}" dt="2025-06-02T05:49:39.819" v="1" actId="20577"/>
      <pc:docMkLst>
        <pc:docMk/>
      </pc:docMkLst>
      <pc:sldChg chg="modSp">
        <pc:chgData name="渡邊 修平" userId="S::s.watanabe@imshd.co.jp::30ef89c9-078a-45a9-b6e7-9ab5614c6674" providerId="AD" clId="Web-{48FFFEF4-E5DA-9E17-1B1A-832E9C6C4AC1}" dt="2025-06-02T05:49:39.819" v="1" actId="20577"/>
        <pc:sldMkLst>
          <pc:docMk/>
          <pc:sldMk cId="2571022824" sldId="728"/>
        </pc:sldMkLst>
      </pc:sldChg>
    </pc:docChg>
  </pc:docChgLst>
  <pc:docChgLst>
    <pc:chgData name="大道 涼佑" userId="74b43616-6616-4fb2-bfbb-88ddd5778621" providerId="ADAL" clId="{CC70D709-0FFF-42A7-B4F3-F5F81486D1DE}"/>
    <pc:docChg chg="addSld delSld modSld sldOrd addSection modSection">
      <pc:chgData name="大道 涼佑" userId="74b43616-6616-4fb2-bfbb-88ddd5778621" providerId="ADAL" clId="{CC70D709-0FFF-42A7-B4F3-F5F81486D1DE}" dt="2025-05-29T09:22:19.767" v="24"/>
      <pc:docMkLst>
        <pc:docMk/>
      </pc:docMkLst>
      <pc:sldChg chg="modSp mod">
        <pc:chgData name="大道 涼佑" userId="74b43616-6616-4fb2-bfbb-88ddd5778621" providerId="ADAL" clId="{CC70D709-0FFF-42A7-B4F3-F5F81486D1DE}" dt="2025-05-29T09:18:54.206" v="9" actId="20577"/>
        <pc:sldMkLst>
          <pc:docMk/>
          <pc:sldMk cId="5111407" sldId="689"/>
        </pc:sldMkLst>
      </pc:sldChg>
      <pc:sldChg chg="ord">
        <pc:chgData name="大道 涼佑" userId="74b43616-6616-4fb2-bfbb-88ddd5778621" providerId="ADAL" clId="{CC70D709-0FFF-42A7-B4F3-F5F81486D1DE}" dt="2025-05-29T09:22:19.767" v="24"/>
        <pc:sldMkLst>
          <pc:docMk/>
          <pc:sldMk cId="555076671" sldId="690"/>
        </pc:sldMkLst>
      </pc:sldChg>
      <pc:sldChg chg="ord">
        <pc:chgData name="大道 涼佑" userId="74b43616-6616-4fb2-bfbb-88ddd5778621" providerId="ADAL" clId="{CC70D709-0FFF-42A7-B4F3-F5F81486D1DE}" dt="2025-05-29T09:22:19.767" v="24"/>
        <pc:sldMkLst>
          <pc:docMk/>
          <pc:sldMk cId="2183528777" sldId="723"/>
        </pc:sldMkLst>
      </pc:sldChg>
      <pc:sldChg chg="add del ord">
        <pc:chgData name="大道 涼佑" userId="74b43616-6616-4fb2-bfbb-88ddd5778621" providerId="ADAL" clId="{CC70D709-0FFF-42A7-B4F3-F5F81486D1DE}" dt="2025-05-29T09:22:03.465" v="20"/>
        <pc:sldMkLst>
          <pc:docMk/>
          <pc:sldMk cId="3455466647" sldId="724"/>
        </pc:sldMkLst>
      </pc:sldChg>
      <pc:sldChg chg="ord">
        <pc:chgData name="大道 涼佑" userId="74b43616-6616-4fb2-bfbb-88ddd5778621" providerId="ADAL" clId="{CC70D709-0FFF-42A7-B4F3-F5F81486D1DE}" dt="2025-05-29T09:22:19.767" v="24"/>
        <pc:sldMkLst>
          <pc:docMk/>
          <pc:sldMk cId="2571022824" sldId="728"/>
        </pc:sldMkLst>
      </pc:sldChg>
      <pc:sldChg chg="ord">
        <pc:chgData name="大道 涼佑" userId="74b43616-6616-4fb2-bfbb-88ddd5778621" providerId="ADAL" clId="{CC70D709-0FFF-42A7-B4F3-F5F81486D1DE}" dt="2025-05-29T09:22:03.465" v="20"/>
        <pc:sldMkLst>
          <pc:docMk/>
          <pc:sldMk cId="2321766636" sldId="732"/>
        </pc:sldMkLst>
      </pc:sldChg>
      <pc:sldChg chg="ord">
        <pc:chgData name="大道 涼佑" userId="74b43616-6616-4fb2-bfbb-88ddd5778621" providerId="ADAL" clId="{CC70D709-0FFF-42A7-B4F3-F5F81486D1DE}" dt="2025-05-29T09:22:19.767" v="24"/>
        <pc:sldMkLst>
          <pc:docMk/>
          <pc:sldMk cId="2193478669" sldId="742"/>
        </pc:sldMkLst>
      </pc:sldChg>
      <pc:sldChg chg="ord">
        <pc:chgData name="大道 涼佑" userId="74b43616-6616-4fb2-bfbb-88ddd5778621" providerId="ADAL" clId="{CC70D709-0FFF-42A7-B4F3-F5F81486D1DE}" dt="2025-05-29T09:22:19.767" v="24"/>
        <pc:sldMkLst>
          <pc:docMk/>
          <pc:sldMk cId="306907839" sldId="743"/>
        </pc:sldMkLst>
      </pc:sldChg>
      <pc:sldChg chg="ord">
        <pc:chgData name="大道 涼佑" userId="74b43616-6616-4fb2-bfbb-88ddd5778621" providerId="ADAL" clId="{CC70D709-0FFF-42A7-B4F3-F5F81486D1DE}" dt="2025-05-29T09:22:19.767" v="24"/>
        <pc:sldMkLst>
          <pc:docMk/>
          <pc:sldMk cId="1716797478" sldId="744"/>
        </pc:sldMkLst>
      </pc:sldChg>
      <pc:sldChg chg="ord">
        <pc:chgData name="大道 涼佑" userId="74b43616-6616-4fb2-bfbb-88ddd5778621" providerId="ADAL" clId="{CC70D709-0FFF-42A7-B4F3-F5F81486D1DE}" dt="2025-05-29T09:22:19.767" v="24"/>
        <pc:sldMkLst>
          <pc:docMk/>
          <pc:sldMk cId="1601033480" sldId="745"/>
        </pc:sldMkLst>
      </pc:sldChg>
      <pc:sldChg chg="ord">
        <pc:chgData name="大道 涼佑" userId="74b43616-6616-4fb2-bfbb-88ddd5778621" providerId="ADAL" clId="{CC70D709-0FFF-42A7-B4F3-F5F81486D1DE}" dt="2025-05-29T09:22:19.767" v="24"/>
        <pc:sldMkLst>
          <pc:docMk/>
          <pc:sldMk cId="2783990191" sldId="746"/>
        </pc:sldMkLst>
      </pc:sldChg>
      <pc:sldChg chg="ord">
        <pc:chgData name="大道 涼佑" userId="74b43616-6616-4fb2-bfbb-88ddd5778621" providerId="ADAL" clId="{CC70D709-0FFF-42A7-B4F3-F5F81486D1DE}" dt="2025-05-29T09:22:19.767" v="24"/>
        <pc:sldMkLst>
          <pc:docMk/>
          <pc:sldMk cId="1069644886" sldId="747"/>
        </pc:sldMkLst>
      </pc:sldChg>
      <pc:sldChg chg="ord">
        <pc:chgData name="大道 涼佑" userId="74b43616-6616-4fb2-bfbb-88ddd5778621" providerId="ADAL" clId="{CC70D709-0FFF-42A7-B4F3-F5F81486D1DE}" dt="2025-05-29T09:22:19.767" v="24"/>
        <pc:sldMkLst>
          <pc:docMk/>
          <pc:sldMk cId="1487871179" sldId="748"/>
        </pc:sldMkLst>
      </pc:sldChg>
      <pc:sldChg chg="ord">
        <pc:chgData name="大道 涼佑" userId="74b43616-6616-4fb2-bfbb-88ddd5778621" providerId="ADAL" clId="{CC70D709-0FFF-42A7-B4F3-F5F81486D1DE}" dt="2025-05-29T09:22:19.767" v="24"/>
        <pc:sldMkLst>
          <pc:docMk/>
          <pc:sldMk cId="3849023237" sldId="749"/>
        </pc:sldMkLst>
      </pc:sldChg>
      <pc:sldChg chg="ord">
        <pc:chgData name="大道 涼佑" userId="74b43616-6616-4fb2-bfbb-88ddd5778621" providerId="ADAL" clId="{CC70D709-0FFF-42A7-B4F3-F5F81486D1DE}" dt="2025-05-29T09:22:19.767" v="24"/>
        <pc:sldMkLst>
          <pc:docMk/>
          <pc:sldMk cId="1847513970" sldId="750"/>
        </pc:sldMkLst>
      </pc:sldChg>
      <pc:sldChg chg="ord">
        <pc:chgData name="大道 涼佑" userId="74b43616-6616-4fb2-bfbb-88ddd5778621" providerId="ADAL" clId="{CC70D709-0FFF-42A7-B4F3-F5F81486D1DE}" dt="2025-05-29T09:22:19.767" v="24"/>
        <pc:sldMkLst>
          <pc:docMk/>
          <pc:sldMk cId="2302431400" sldId="754"/>
        </pc:sldMkLst>
      </pc:sldChg>
      <pc:sldChg chg="add ord">
        <pc:chgData name="大道 涼佑" userId="74b43616-6616-4fb2-bfbb-88ddd5778621" providerId="ADAL" clId="{CC70D709-0FFF-42A7-B4F3-F5F81486D1DE}" dt="2025-05-29T09:22:03.465" v="20"/>
        <pc:sldMkLst>
          <pc:docMk/>
          <pc:sldMk cId="1222471563" sldId="755"/>
        </pc:sldMkLst>
      </pc:sldChg>
      <pc:sldChg chg="add del setBg">
        <pc:chgData name="大道 涼佑" userId="74b43616-6616-4fb2-bfbb-88ddd5778621" providerId="ADAL" clId="{CC70D709-0FFF-42A7-B4F3-F5F81486D1DE}" dt="2025-05-29T09:18:20.265" v="1"/>
        <pc:sldMkLst>
          <pc:docMk/>
          <pc:sldMk cId="4003575035" sldId="755"/>
        </pc:sldMkLst>
      </pc:sldChg>
      <pc:sldChg chg="add del ord">
        <pc:chgData name="大道 涼佑" userId="74b43616-6616-4fb2-bfbb-88ddd5778621" providerId="ADAL" clId="{CC70D709-0FFF-42A7-B4F3-F5F81486D1DE}" dt="2025-05-29T09:22:03.465" v="20"/>
        <pc:sldMkLst>
          <pc:docMk/>
          <pc:sldMk cId="3071902497" sldId="757"/>
        </pc:sldMkLst>
      </pc:sldChg>
      <pc:sldChg chg="add del ord">
        <pc:chgData name="大道 涼佑" userId="74b43616-6616-4fb2-bfbb-88ddd5778621" providerId="ADAL" clId="{CC70D709-0FFF-42A7-B4F3-F5F81486D1DE}" dt="2025-05-29T09:22:03.465" v="20"/>
        <pc:sldMkLst>
          <pc:docMk/>
          <pc:sldMk cId="1992476524" sldId="759"/>
        </pc:sldMkLst>
      </pc:sldChg>
      <pc:sldChg chg="add del ord">
        <pc:chgData name="大道 涼佑" userId="74b43616-6616-4fb2-bfbb-88ddd5778621" providerId="ADAL" clId="{CC70D709-0FFF-42A7-B4F3-F5F81486D1DE}" dt="2025-05-29T09:22:03.465" v="20"/>
        <pc:sldMkLst>
          <pc:docMk/>
          <pc:sldMk cId="478378576" sldId="760"/>
        </pc:sldMkLst>
      </pc:sldChg>
      <pc:sldChg chg="add del ord">
        <pc:chgData name="大道 涼佑" userId="74b43616-6616-4fb2-bfbb-88ddd5778621" providerId="ADAL" clId="{CC70D709-0FFF-42A7-B4F3-F5F81486D1DE}" dt="2025-05-29T09:22:03.465" v="20"/>
        <pc:sldMkLst>
          <pc:docMk/>
          <pc:sldMk cId="2776707790" sldId="762"/>
        </pc:sldMkLst>
      </pc:sldChg>
      <pc:sldChg chg="add del ord">
        <pc:chgData name="大道 涼佑" userId="74b43616-6616-4fb2-bfbb-88ddd5778621" providerId="ADAL" clId="{CC70D709-0FFF-42A7-B4F3-F5F81486D1DE}" dt="2025-05-29T09:22:03.465" v="20"/>
        <pc:sldMkLst>
          <pc:docMk/>
          <pc:sldMk cId="2629815222" sldId="763"/>
        </pc:sldMkLst>
      </pc:sldChg>
      <pc:sldChg chg="add del ord">
        <pc:chgData name="大道 涼佑" userId="74b43616-6616-4fb2-bfbb-88ddd5778621" providerId="ADAL" clId="{CC70D709-0FFF-42A7-B4F3-F5F81486D1DE}" dt="2025-05-29T09:22:03.465" v="20"/>
        <pc:sldMkLst>
          <pc:docMk/>
          <pc:sldMk cId="1396544499" sldId="764"/>
        </pc:sldMkLst>
      </pc:sldChg>
      <pc:sldChg chg="add del ord">
        <pc:chgData name="大道 涼佑" userId="74b43616-6616-4fb2-bfbb-88ddd5778621" providerId="ADAL" clId="{CC70D709-0FFF-42A7-B4F3-F5F81486D1DE}" dt="2025-05-29T09:22:03.465" v="20"/>
        <pc:sldMkLst>
          <pc:docMk/>
          <pc:sldMk cId="1098350183" sldId="772"/>
        </pc:sldMkLst>
      </pc:sldChg>
      <pc:sldChg chg="add del ord">
        <pc:chgData name="大道 涼佑" userId="74b43616-6616-4fb2-bfbb-88ddd5778621" providerId="ADAL" clId="{CC70D709-0FFF-42A7-B4F3-F5F81486D1DE}" dt="2025-05-29T09:22:03.465" v="20"/>
        <pc:sldMkLst>
          <pc:docMk/>
          <pc:sldMk cId="215371916" sldId="773"/>
        </pc:sldMkLst>
      </pc:sldChg>
      <pc:sldChg chg="add del ord">
        <pc:chgData name="大道 涼佑" userId="74b43616-6616-4fb2-bfbb-88ddd5778621" providerId="ADAL" clId="{CC70D709-0FFF-42A7-B4F3-F5F81486D1DE}" dt="2025-05-29T09:22:03.465" v="20"/>
        <pc:sldMkLst>
          <pc:docMk/>
          <pc:sldMk cId="2147789242" sldId="774"/>
        </pc:sldMkLst>
      </pc:sldChg>
      <pc:sldChg chg="add del ord">
        <pc:chgData name="大道 涼佑" userId="74b43616-6616-4fb2-bfbb-88ddd5778621" providerId="ADAL" clId="{CC70D709-0FFF-42A7-B4F3-F5F81486D1DE}" dt="2025-05-29T09:22:03.465" v="20"/>
        <pc:sldMkLst>
          <pc:docMk/>
          <pc:sldMk cId="520274338" sldId="775"/>
        </pc:sldMkLst>
      </pc:sldChg>
      <pc:sldChg chg="add del ord">
        <pc:chgData name="大道 涼佑" userId="74b43616-6616-4fb2-bfbb-88ddd5778621" providerId="ADAL" clId="{CC70D709-0FFF-42A7-B4F3-F5F81486D1DE}" dt="2025-05-29T09:22:03.465" v="20"/>
        <pc:sldMkLst>
          <pc:docMk/>
          <pc:sldMk cId="1503781853" sldId="776"/>
        </pc:sldMkLst>
      </pc:sldChg>
      <pc:sldChg chg="add del ord">
        <pc:chgData name="大道 涼佑" userId="74b43616-6616-4fb2-bfbb-88ddd5778621" providerId="ADAL" clId="{CC70D709-0FFF-42A7-B4F3-F5F81486D1DE}" dt="2025-05-29T09:22:03.465" v="20"/>
        <pc:sldMkLst>
          <pc:docMk/>
          <pc:sldMk cId="3349462730" sldId="785"/>
        </pc:sldMkLst>
      </pc:sldChg>
      <pc:sldChg chg="add del ord">
        <pc:chgData name="大道 涼佑" userId="74b43616-6616-4fb2-bfbb-88ddd5778621" providerId="ADAL" clId="{CC70D709-0FFF-42A7-B4F3-F5F81486D1DE}" dt="2025-05-29T09:22:03.465" v="20"/>
        <pc:sldMkLst>
          <pc:docMk/>
          <pc:sldMk cId="3176302505" sldId="786"/>
        </pc:sldMkLst>
      </pc:sldChg>
      <pc:sldChg chg="add del ord">
        <pc:chgData name="大道 涼佑" userId="74b43616-6616-4fb2-bfbb-88ddd5778621" providerId="ADAL" clId="{CC70D709-0FFF-42A7-B4F3-F5F81486D1DE}" dt="2025-05-29T09:22:03.465" v="20"/>
        <pc:sldMkLst>
          <pc:docMk/>
          <pc:sldMk cId="3245795910" sldId="787"/>
        </pc:sldMkLst>
      </pc:sldChg>
      <pc:sldChg chg="add del ord">
        <pc:chgData name="大道 涼佑" userId="74b43616-6616-4fb2-bfbb-88ddd5778621" providerId="ADAL" clId="{CC70D709-0FFF-42A7-B4F3-F5F81486D1DE}" dt="2025-05-29T09:22:03.465" v="20"/>
        <pc:sldMkLst>
          <pc:docMk/>
          <pc:sldMk cId="3376458092" sldId="792"/>
        </pc:sldMkLst>
      </pc:sldChg>
      <pc:sldChg chg="add del ord">
        <pc:chgData name="大道 涼佑" userId="74b43616-6616-4fb2-bfbb-88ddd5778621" providerId="ADAL" clId="{CC70D709-0FFF-42A7-B4F3-F5F81486D1DE}" dt="2025-05-29T09:22:03.465" v="20"/>
        <pc:sldMkLst>
          <pc:docMk/>
          <pc:sldMk cId="424872245" sldId="794"/>
        </pc:sldMkLst>
      </pc:sldChg>
      <pc:sldChg chg="add del ord">
        <pc:chgData name="大道 涼佑" userId="74b43616-6616-4fb2-bfbb-88ddd5778621" providerId="ADAL" clId="{CC70D709-0FFF-42A7-B4F3-F5F81486D1DE}" dt="2025-05-29T09:22:03.465" v="20"/>
        <pc:sldMkLst>
          <pc:docMk/>
          <pc:sldMk cId="4156816651" sldId="796"/>
        </pc:sldMkLst>
      </pc:sldChg>
      <pc:sldChg chg="add del ord">
        <pc:chgData name="大道 涼佑" userId="74b43616-6616-4fb2-bfbb-88ddd5778621" providerId="ADAL" clId="{CC70D709-0FFF-42A7-B4F3-F5F81486D1DE}" dt="2025-05-29T09:22:03.465" v="20"/>
        <pc:sldMkLst>
          <pc:docMk/>
          <pc:sldMk cId="2224840251" sldId="797"/>
        </pc:sldMkLst>
      </pc:sldChg>
      <pc:sldChg chg="add del ord setBg">
        <pc:chgData name="大道 涼佑" userId="74b43616-6616-4fb2-bfbb-88ddd5778621" providerId="ADAL" clId="{CC70D709-0FFF-42A7-B4F3-F5F81486D1DE}" dt="2025-05-29T09:22:03.465" v="20"/>
        <pc:sldMkLst>
          <pc:docMk/>
          <pc:sldMk cId="3620099654" sldId="798"/>
        </pc:sldMkLst>
      </pc:sldChg>
      <pc:sldChg chg="add del ord">
        <pc:chgData name="大道 涼佑" userId="74b43616-6616-4fb2-bfbb-88ddd5778621" providerId="ADAL" clId="{CC70D709-0FFF-42A7-B4F3-F5F81486D1DE}" dt="2025-05-29T09:22:03.465" v="20"/>
        <pc:sldMkLst>
          <pc:docMk/>
          <pc:sldMk cId="2595333993" sldId="799"/>
        </pc:sldMkLst>
      </pc:sldChg>
      <pc:sldChg chg="add del ord">
        <pc:chgData name="大道 涼佑" userId="74b43616-6616-4fb2-bfbb-88ddd5778621" providerId="ADAL" clId="{CC70D709-0FFF-42A7-B4F3-F5F81486D1DE}" dt="2025-05-29T09:22:03.465" v="20"/>
        <pc:sldMkLst>
          <pc:docMk/>
          <pc:sldMk cId="4262414814" sldId="800"/>
        </pc:sldMkLst>
      </pc:sldChg>
      <pc:sldChg chg="add del ord">
        <pc:chgData name="大道 涼佑" userId="74b43616-6616-4fb2-bfbb-88ddd5778621" providerId="ADAL" clId="{CC70D709-0FFF-42A7-B4F3-F5F81486D1DE}" dt="2025-05-29T09:22:03.465" v="20"/>
        <pc:sldMkLst>
          <pc:docMk/>
          <pc:sldMk cId="3115104311" sldId="801"/>
        </pc:sldMkLst>
      </pc:sldChg>
      <pc:sldChg chg="add del ord">
        <pc:chgData name="大道 涼佑" userId="74b43616-6616-4fb2-bfbb-88ddd5778621" providerId="ADAL" clId="{CC70D709-0FFF-42A7-B4F3-F5F81486D1DE}" dt="2025-05-29T09:22:03.465" v="20"/>
        <pc:sldMkLst>
          <pc:docMk/>
          <pc:sldMk cId="1264319989" sldId="802"/>
        </pc:sldMkLst>
      </pc:sldChg>
    </pc:docChg>
  </pc:docChgLst>
  <pc:docChgLst>
    <pc:chgData name="中山直樹" userId="cb34acfc-03ef-4fac-869d-a43ba3e39817" providerId="ADAL" clId="{FB137348-41FE-4726-8E67-AD25148B152A}"/>
    <pc:docChg chg="undo custSel addSld delSld modSld sldOrd delMainMaster addSection delSection modSection">
      <pc:chgData name="中山直樹" userId="cb34acfc-03ef-4fac-869d-a43ba3e39817" providerId="ADAL" clId="{FB137348-41FE-4726-8E67-AD25148B152A}" dt="2025-07-01T10:28:30.153" v="10574" actId="6549"/>
      <pc:docMkLst>
        <pc:docMk/>
      </pc:docMkLst>
      <pc:sldChg chg="modSp mod">
        <pc:chgData name="中山直樹" userId="cb34acfc-03ef-4fac-869d-a43ba3e39817" providerId="ADAL" clId="{FB137348-41FE-4726-8E67-AD25148B152A}" dt="2025-06-23T05:17:30.516" v="9"/>
        <pc:sldMkLst>
          <pc:docMk/>
          <pc:sldMk cId="70759721" sldId="688"/>
        </pc:sldMkLst>
      </pc:sldChg>
      <pc:sldChg chg="addSp delSp modSp mod">
        <pc:chgData name="中山直樹" userId="cb34acfc-03ef-4fac-869d-a43ba3e39817" providerId="ADAL" clId="{FB137348-41FE-4726-8E67-AD25148B152A}" dt="2025-06-26T06:09:57.740" v="10256" actId="22"/>
        <pc:sldMkLst>
          <pc:docMk/>
          <pc:sldMk cId="5111407" sldId="689"/>
        </pc:sldMkLst>
      </pc:sldChg>
      <pc:sldChg chg="del">
        <pc:chgData name="中山直樹" userId="cb34acfc-03ef-4fac-869d-a43ba3e39817" providerId="ADAL" clId="{FB137348-41FE-4726-8E67-AD25148B152A}" dt="2025-06-26T02:56:28.969" v="6181" actId="47"/>
        <pc:sldMkLst>
          <pc:docMk/>
          <pc:sldMk cId="555076671" sldId="690"/>
        </pc:sldMkLst>
      </pc:sldChg>
      <pc:sldChg chg="del">
        <pc:chgData name="中山直樹" userId="cb34acfc-03ef-4fac-869d-a43ba3e39817" providerId="ADAL" clId="{FB137348-41FE-4726-8E67-AD25148B152A}" dt="2025-06-26T00:55:04.570" v="4601" actId="47"/>
        <pc:sldMkLst>
          <pc:docMk/>
          <pc:sldMk cId="1182035303" sldId="700"/>
        </pc:sldMkLst>
      </pc:sldChg>
      <pc:sldChg chg="del">
        <pc:chgData name="中山直樹" userId="cb34acfc-03ef-4fac-869d-a43ba3e39817" providerId="ADAL" clId="{FB137348-41FE-4726-8E67-AD25148B152A}" dt="2025-06-26T00:55:15.668" v="4603" actId="47"/>
        <pc:sldMkLst>
          <pc:docMk/>
          <pc:sldMk cId="2320182671" sldId="715"/>
        </pc:sldMkLst>
      </pc:sldChg>
      <pc:sldChg chg="addSp delSp modSp del mod">
        <pc:chgData name="中山直樹" userId="cb34acfc-03ef-4fac-869d-a43ba3e39817" providerId="ADAL" clId="{FB137348-41FE-4726-8E67-AD25148B152A}" dt="2025-06-26T03:06:20.150" v="7553" actId="47"/>
        <pc:sldMkLst>
          <pc:docMk/>
          <pc:sldMk cId="2183528777" sldId="723"/>
        </pc:sldMkLst>
      </pc:sldChg>
      <pc:sldChg chg="del">
        <pc:chgData name="中山直樹" userId="cb34acfc-03ef-4fac-869d-a43ba3e39817" providerId="ADAL" clId="{FB137348-41FE-4726-8E67-AD25148B152A}" dt="2025-06-26T02:55:58.756" v="6176" actId="47"/>
        <pc:sldMkLst>
          <pc:docMk/>
          <pc:sldMk cId="3455466647" sldId="724"/>
        </pc:sldMkLst>
      </pc:sldChg>
      <pc:sldChg chg="del">
        <pc:chgData name="中山直樹" userId="cb34acfc-03ef-4fac-869d-a43ba3e39817" providerId="ADAL" clId="{FB137348-41FE-4726-8E67-AD25148B152A}" dt="2025-06-23T07:21:07.128" v="1869" actId="47"/>
        <pc:sldMkLst>
          <pc:docMk/>
          <pc:sldMk cId="3745408884" sldId="726"/>
        </pc:sldMkLst>
      </pc:sldChg>
      <pc:sldChg chg="addSp delSp modSp mod">
        <pc:chgData name="中山直樹" userId="cb34acfc-03ef-4fac-869d-a43ba3e39817" providerId="ADAL" clId="{FB137348-41FE-4726-8E67-AD25148B152A}" dt="2025-06-26T03:04:49.354" v="7215"/>
        <pc:sldMkLst>
          <pc:docMk/>
          <pc:sldMk cId="617619232" sldId="727"/>
        </pc:sldMkLst>
      </pc:sldChg>
      <pc:sldChg chg="del">
        <pc:chgData name="中山直樹" userId="cb34acfc-03ef-4fac-869d-a43ba3e39817" providerId="ADAL" clId="{FB137348-41FE-4726-8E67-AD25148B152A}" dt="2025-06-26T03:08:13.995" v="7705" actId="47"/>
        <pc:sldMkLst>
          <pc:docMk/>
          <pc:sldMk cId="2571022824" sldId="728"/>
        </pc:sldMkLst>
      </pc:sldChg>
      <pc:sldChg chg="del">
        <pc:chgData name="中山直樹" userId="cb34acfc-03ef-4fac-869d-a43ba3e39817" providerId="ADAL" clId="{FB137348-41FE-4726-8E67-AD25148B152A}" dt="2025-06-26T00:55:15.668" v="4603" actId="47"/>
        <pc:sldMkLst>
          <pc:docMk/>
          <pc:sldMk cId="1194849459" sldId="730"/>
        </pc:sldMkLst>
      </pc:sldChg>
      <pc:sldChg chg="del">
        <pc:chgData name="中山直樹" userId="cb34acfc-03ef-4fac-869d-a43ba3e39817" providerId="ADAL" clId="{FB137348-41FE-4726-8E67-AD25148B152A}" dt="2025-06-26T00:55:15.668" v="4603" actId="47"/>
        <pc:sldMkLst>
          <pc:docMk/>
          <pc:sldMk cId="109561437" sldId="731"/>
        </pc:sldMkLst>
      </pc:sldChg>
      <pc:sldChg chg="modSp mod">
        <pc:chgData name="中山直樹" userId="cb34acfc-03ef-4fac-869d-a43ba3e39817" providerId="ADAL" clId="{FB137348-41FE-4726-8E67-AD25148B152A}" dt="2025-06-26T03:07:26.745" v="7657" actId="20577"/>
        <pc:sldMkLst>
          <pc:docMk/>
          <pc:sldMk cId="2321766636" sldId="732"/>
        </pc:sldMkLst>
      </pc:sldChg>
      <pc:sldChg chg="del">
        <pc:chgData name="中山直樹" userId="cb34acfc-03ef-4fac-869d-a43ba3e39817" providerId="ADAL" clId="{FB137348-41FE-4726-8E67-AD25148B152A}" dt="2025-06-26T00:55:04.570" v="4601" actId="47"/>
        <pc:sldMkLst>
          <pc:docMk/>
          <pc:sldMk cId="1431800900" sldId="733"/>
        </pc:sldMkLst>
      </pc:sldChg>
      <pc:sldChg chg="modSp mod">
        <pc:chgData name="中山直樹" userId="cb34acfc-03ef-4fac-869d-a43ba3e39817" providerId="ADAL" clId="{FB137348-41FE-4726-8E67-AD25148B152A}" dt="2025-06-26T03:07:22.323" v="7656" actId="20577"/>
        <pc:sldMkLst>
          <pc:docMk/>
          <pc:sldMk cId="3555261744" sldId="734"/>
        </pc:sldMkLst>
      </pc:sldChg>
      <pc:sldChg chg="del">
        <pc:chgData name="中山直樹" userId="cb34acfc-03ef-4fac-869d-a43ba3e39817" providerId="ADAL" clId="{FB137348-41FE-4726-8E67-AD25148B152A}" dt="2025-06-26T00:55:04.570" v="4601" actId="47"/>
        <pc:sldMkLst>
          <pc:docMk/>
          <pc:sldMk cId="2679199553" sldId="736"/>
        </pc:sldMkLst>
      </pc:sldChg>
      <pc:sldChg chg="del">
        <pc:chgData name="中山直樹" userId="cb34acfc-03ef-4fac-869d-a43ba3e39817" providerId="ADAL" clId="{FB137348-41FE-4726-8E67-AD25148B152A}" dt="2025-06-26T00:55:04.570" v="4601" actId="47"/>
        <pc:sldMkLst>
          <pc:docMk/>
          <pc:sldMk cId="3142526449" sldId="737"/>
        </pc:sldMkLst>
      </pc:sldChg>
      <pc:sldChg chg="del">
        <pc:chgData name="中山直樹" userId="cb34acfc-03ef-4fac-869d-a43ba3e39817" providerId="ADAL" clId="{FB137348-41FE-4726-8E67-AD25148B152A}" dt="2025-06-26T02:55:21.189" v="6173" actId="47"/>
        <pc:sldMkLst>
          <pc:docMk/>
          <pc:sldMk cId="4082673018" sldId="738"/>
        </pc:sldMkLst>
      </pc:sldChg>
      <pc:sldChg chg="addSp delSp modSp mod">
        <pc:chgData name="中山直樹" userId="cb34acfc-03ef-4fac-869d-a43ba3e39817" providerId="ADAL" clId="{FB137348-41FE-4726-8E67-AD25148B152A}" dt="2025-06-26T03:06:01.413" v="7548" actId="478"/>
        <pc:sldMkLst>
          <pc:docMk/>
          <pc:sldMk cId="2648346863" sldId="739"/>
        </pc:sldMkLst>
      </pc:sldChg>
      <pc:sldChg chg="del">
        <pc:chgData name="中山直樹" userId="cb34acfc-03ef-4fac-869d-a43ba3e39817" providerId="ADAL" clId="{FB137348-41FE-4726-8E67-AD25148B152A}" dt="2025-06-26T00:55:15.668" v="4603" actId="47"/>
        <pc:sldMkLst>
          <pc:docMk/>
          <pc:sldMk cId="1729346696" sldId="740"/>
        </pc:sldMkLst>
      </pc:sldChg>
      <pc:sldChg chg="del">
        <pc:chgData name="中山直樹" userId="cb34acfc-03ef-4fac-869d-a43ba3e39817" providerId="ADAL" clId="{FB137348-41FE-4726-8E67-AD25148B152A}" dt="2025-06-26T00:55:15.668" v="4603" actId="47"/>
        <pc:sldMkLst>
          <pc:docMk/>
          <pc:sldMk cId="1008162744" sldId="741"/>
        </pc:sldMkLst>
      </pc:sldChg>
      <pc:sldChg chg="del">
        <pc:chgData name="中山直樹" userId="cb34acfc-03ef-4fac-869d-a43ba3e39817" providerId="ADAL" clId="{FB137348-41FE-4726-8E67-AD25148B152A}" dt="2025-06-26T02:56:24.600" v="6179" actId="47"/>
        <pc:sldMkLst>
          <pc:docMk/>
          <pc:sldMk cId="2193478669" sldId="742"/>
        </pc:sldMkLst>
      </pc:sldChg>
      <pc:sldChg chg="del">
        <pc:chgData name="中山直樹" userId="cb34acfc-03ef-4fac-869d-a43ba3e39817" providerId="ADAL" clId="{FB137348-41FE-4726-8E67-AD25148B152A}" dt="2025-06-26T02:56:24.600" v="6179" actId="47"/>
        <pc:sldMkLst>
          <pc:docMk/>
          <pc:sldMk cId="306907839" sldId="743"/>
        </pc:sldMkLst>
      </pc:sldChg>
      <pc:sldChg chg="del">
        <pc:chgData name="中山直樹" userId="cb34acfc-03ef-4fac-869d-a43ba3e39817" providerId="ADAL" clId="{FB137348-41FE-4726-8E67-AD25148B152A}" dt="2025-06-26T02:56:24.600" v="6179" actId="47"/>
        <pc:sldMkLst>
          <pc:docMk/>
          <pc:sldMk cId="1716797478" sldId="744"/>
        </pc:sldMkLst>
      </pc:sldChg>
      <pc:sldChg chg="del">
        <pc:chgData name="中山直樹" userId="cb34acfc-03ef-4fac-869d-a43ba3e39817" providerId="ADAL" clId="{FB137348-41FE-4726-8E67-AD25148B152A}" dt="2025-06-26T02:56:24.600" v="6179" actId="47"/>
        <pc:sldMkLst>
          <pc:docMk/>
          <pc:sldMk cId="1601033480" sldId="745"/>
        </pc:sldMkLst>
      </pc:sldChg>
      <pc:sldChg chg="del">
        <pc:chgData name="中山直樹" userId="cb34acfc-03ef-4fac-869d-a43ba3e39817" providerId="ADAL" clId="{FB137348-41FE-4726-8E67-AD25148B152A}" dt="2025-06-26T02:56:24.600" v="6179" actId="47"/>
        <pc:sldMkLst>
          <pc:docMk/>
          <pc:sldMk cId="2783990191" sldId="746"/>
        </pc:sldMkLst>
      </pc:sldChg>
      <pc:sldChg chg="del">
        <pc:chgData name="中山直樹" userId="cb34acfc-03ef-4fac-869d-a43ba3e39817" providerId="ADAL" clId="{FB137348-41FE-4726-8E67-AD25148B152A}" dt="2025-06-26T02:56:24.600" v="6179" actId="47"/>
        <pc:sldMkLst>
          <pc:docMk/>
          <pc:sldMk cId="1069644886" sldId="747"/>
        </pc:sldMkLst>
      </pc:sldChg>
      <pc:sldChg chg="del">
        <pc:chgData name="中山直樹" userId="cb34acfc-03ef-4fac-869d-a43ba3e39817" providerId="ADAL" clId="{FB137348-41FE-4726-8E67-AD25148B152A}" dt="2025-06-26T02:56:24.600" v="6179" actId="47"/>
        <pc:sldMkLst>
          <pc:docMk/>
          <pc:sldMk cId="1487871179" sldId="748"/>
        </pc:sldMkLst>
      </pc:sldChg>
      <pc:sldChg chg="del">
        <pc:chgData name="中山直樹" userId="cb34acfc-03ef-4fac-869d-a43ba3e39817" providerId="ADAL" clId="{FB137348-41FE-4726-8E67-AD25148B152A}" dt="2025-06-26T02:56:24.600" v="6179" actId="47"/>
        <pc:sldMkLst>
          <pc:docMk/>
          <pc:sldMk cId="3849023237" sldId="749"/>
        </pc:sldMkLst>
      </pc:sldChg>
      <pc:sldChg chg="del">
        <pc:chgData name="中山直樹" userId="cb34acfc-03ef-4fac-869d-a43ba3e39817" providerId="ADAL" clId="{FB137348-41FE-4726-8E67-AD25148B152A}" dt="2025-06-26T02:56:24.600" v="6179" actId="47"/>
        <pc:sldMkLst>
          <pc:docMk/>
          <pc:sldMk cId="1847513970" sldId="750"/>
        </pc:sldMkLst>
      </pc:sldChg>
      <pc:sldChg chg="del">
        <pc:chgData name="中山直樹" userId="cb34acfc-03ef-4fac-869d-a43ba3e39817" providerId="ADAL" clId="{FB137348-41FE-4726-8E67-AD25148B152A}" dt="2025-06-26T02:56:24.600" v="6179" actId="47"/>
        <pc:sldMkLst>
          <pc:docMk/>
          <pc:sldMk cId="2302431400" sldId="754"/>
        </pc:sldMkLst>
      </pc:sldChg>
      <pc:sldChg chg="del">
        <pc:chgData name="中山直樹" userId="cb34acfc-03ef-4fac-869d-a43ba3e39817" providerId="ADAL" clId="{FB137348-41FE-4726-8E67-AD25148B152A}" dt="2025-06-26T02:55:58.756" v="6176" actId="47"/>
        <pc:sldMkLst>
          <pc:docMk/>
          <pc:sldMk cId="1222471563" sldId="755"/>
        </pc:sldMkLst>
      </pc:sldChg>
      <pc:sldChg chg="del">
        <pc:chgData name="中山直樹" userId="cb34acfc-03ef-4fac-869d-a43ba3e39817" providerId="ADAL" clId="{FB137348-41FE-4726-8E67-AD25148B152A}" dt="2025-06-26T02:55:58.756" v="6176" actId="47"/>
        <pc:sldMkLst>
          <pc:docMk/>
          <pc:sldMk cId="3071902497" sldId="757"/>
        </pc:sldMkLst>
      </pc:sldChg>
      <pc:sldChg chg="del">
        <pc:chgData name="中山直樹" userId="cb34acfc-03ef-4fac-869d-a43ba3e39817" providerId="ADAL" clId="{FB137348-41FE-4726-8E67-AD25148B152A}" dt="2025-06-26T02:55:58.756" v="6176" actId="47"/>
        <pc:sldMkLst>
          <pc:docMk/>
          <pc:sldMk cId="1992476524" sldId="759"/>
        </pc:sldMkLst>
      </pc:sldChg>
      <pc:sldChg chg="del">
        <pc:chgData name="中山直樹" userId="cb34acfc-03ef-4fac-869d-a43ba3e39817" providerId="ADAL" clId="{FB137348-41FE-4726-8E67-AD25148B152A}" dt="2025-06-26T02:55:58.756" v="6176" actId="47"/>
        <pc:sldMkLst>
          <pc:docMk/>
          <pc:sldMk cId="478378576" sldId="760"/>
        </pc:sldMkLst>
      </pc:sldChg>
      <pc:sldChg chg="del">
        <pc:chgData name="中山直樹" userId="cb34acfc-03ef-4fac-869d-a43ba3e39817" providerId="ADAL" clId="{FB137348-41FE-4726-8E67-AD25148B152A}" dt="2025-06-26T02:55:58.756" v="6176" actId="47"/>
        <pc:sldMkLst>
          <pc:docMk/>
          <pc:sldMk cId="2776707790" sldId="762"/>
        </pc:sldMkLst>
      </pc:sldChg>
      <pc:sldChg chg="del">
        <pc:chgData name="中山直樹" userId="cb34acfc-03ef-4fac-869d-a43ba3e39817" providerId="ADAL" clId="{FB137348-41FE-4726-8E67-AD25148B152A}" dt="2025-06-26T02:55:58.756" v="6176" actId="47"/>
        <pc:sldMkLst>
          <pc:docMk/>
          <pc:sldMk cId="2629815222" sldId="763"/>
        </pc:sldMkLst>
      </pc:sldChg>
      <pc:sldChg chg="del">
        <pc:chgData name="中山直樹" userId="cb34acfc-03ef-4fac-869d-a43ba3e39817" providerId="ADAL" clId="{FB137348-41FE-4726-8E67-AD25148B152A}" dt="2025-06-26T02:55:58.756" v="6176" actId="47"/>
        <pc:sldMkLst>
          <pc:docMk/>
          <pc:sldMk cId="1396544499" sldId="764"/>
        </pc:sldMkLst>
      </pc:sldChg>
      <pc:sldChg chg="del">
        <pc:chgData name="中山直樹" userId="cb34acfc-03ef-4fac-869d-a43ba3e39817" providerId="ADAL" clId="{FB137348-41FE-4726-8E67-AD25148B152A}" dt="2025-06-26T02:55:58.756" v="6176" actId="47"/>
        <pc:sldMkLst>
          <pc:docMk/>
          <pc:sldMk cId="1098350183" sldId="772"/>
        </pc:sldMkLst>
      </pc:sldChg>
      <pc:sldChg chg="del">
        <pc:chgData name="中山直樹" userId="cb34acfc-03ef-4fac-869d-a43ba3e39817" providerId="ADAL" clId="{FB137348-41FE-4726-8E67-AD25148B152A}" dt="2025-06-26T02:55:58.756" v="6176" actId="47"/>
        <pc:sldMkLst>
          <pc:docMk/>
          <pc:sldMk cId="215371916" sldId="773"/>
        </pc:sldMkLst>
      </pc:sldChg>
      <pc:sldChg chg="del">
        <pc:chgData name="中山直樹" userId="cb34acfc-03ef-4fac-869d-a43ba3e39817" providerId="ADAL" clId="{FB137348-41FE-4726-8E67-AD25148B152A}" dt="2025-06-26T02:55:58.756" v="6176" actId="47"/>
        <pc:sldMkLst>
          <pc:docMk/>
          <pc:sldMk cId="2147789242" sldId="774"/>
        </pc:sldMkLst>
      </pc:sldChg>
      <pc:sldChg chg="del">
        <pc:chgData name="中山直樹" userId="cb34acfc-03ef-4fac-869d-a43ba3e39817" providerId="ADAL" clId="{FB137348-41FE-4726-8E67-AD25148B152A}" dt="2025-06-26T02:55:58.756" v="6176" actId="47"/>
        <pc:sldMkLst>
          <pc:docMk/>
          <pc:sldMk cId="520274338" sldId="775"/>
        </pc:sldMkLst>
      </pc:sldChg>
      <pc:sldChg chg="del">
        <pc:chgData name="中山直樹" userId="cb34acfc-03ef-4fac-869d-a43ba3e39817" providerId="ADAL" clId="{FB137348-41FE-4726-8E67-AD25148B152A}" dt="2025-06-26T02:55:58.756" v="6176" actId="47"/>
        <pc:sldMkLst>
          <pc:docMk/>
          <pc:sldMk cId="1503781853" sldId="776"/>
        </pc:sldMkLst>
      </pc:sldChg>
      <pc:sldChg chg="del">
        <pc:chgData name="中山直樹" userId="cb34acfc-03ef-4fac-869d-a43ba3e39817" providerId="ADAL" clId="{FB137348-41FE-4726-8E67-AD25148B152A}" dt="2025-06-26T02:55:58.756" v="6176" actId="47"/>
        <pc:sldMkLst>
          <pc:docMk/>
          <pc:sldMk cId="3349462730" sldId="785"/>
        </pc:sldMkLst>
      </pc:sldChg>
      <pc:sldChg chg="del">
        <pc:chgData name="中山直樹" userId="cb34acfc-03ef-4fac-869d-a43ba3e39817" providerId="ADAL" clId="{FB137348-41FE-4726-8E67-AD25148B152A}" dt="2025-06-26T02:55:58.756" v="6176" actId="47"/>
        <pc:sldMkLst>
          <pc:docMk/>
          <pc:sldMk cId="3176302505" sldId="786"/>
        </pc:sldMkLst>
      </pc:sldChg>
      <pc:sldChg chg="del">
        <pc:chgData name="中山直樹" userId="cb34acfc-03ef-4fac-869d-a43ba3e39817" providerId="ADAL" clId="{FB137348-41FE-4726-8E67-AD25148B152A}" dt="2025-06-26T02:55:58.756" v="6176" actId="47"/>
        <pc:sldMkLst>
          <pc:docMk/>
          <pc:sldMk cId="3245795910" sldId="787"/>
        </pc:sldMkLst>
      </pc:sldChg>
      <pc:sldChg chg="del">
        <pc:chgData name="中山直樹" userId="cb34acfc-03ef-4fac-869d-a43ba3e39817" providerId="ADAL" clId="{FB137348-41FE-4726-8E67-AD25148B152A}" dt="2025-06-26T02:55:58.756" v="6176" actId="47"/>
        <pc:sldMkLst>
          <pc:docMk/>
          <pc:sldMk cId="3376458092" sldId="792"/>
        </pc:sldMkLst>
      </pc:sldChg>
      <pc:sldChg chg="del">
        <pc:chgData name="中山直樹" userId="cb34acfc-03ef-4fac-869d-a43ba3e39817" providerId="ADAL" clId="{FB137348-41FE-4726-8E67-AD25148B152A}" dt="2025-06-26T02:55:58.756" v="6176" actId="47"/>
        <pc:sldMkLst>
          <pc:docMk/>
          <pc:sldMk cId="424872245" sldId="794"/>
        </pc:sldMkLst>
      </pc:sldChg>
      <pc:sldChg chg="del">
        <pc:chgData name="中山直樹" userId="cb34acfc-03ef-4fac-869d-a43ba3e39817" providerId="ADAL" clId="{FB137348-41FE-4726-8E67-AD25148B152A}" dt="2025-06-26T02:55:58.756" v="6176" actId="47"/>
        <pc:sldMkLst>
          <pc:docMk/>
          <pc:sldMk cId="4156816651" sldId="796"/>
        </pc:sldMkLst>
      </pc:sldChg>
      <pc:sldChg chg="del">
        <pc:chgData name="中山直樹" userId="cb34acfc-03ef-4fac-869d-a43ba3e39817" providerId="ADAL" clId="{FB137348-41FE-4726-8E67-AD25148B152A}" dt="2025-06-26T02:55:58.756" v="6176" actId="47"/>
        <pc:sldMkLst>
          <pc:docMk/>
          <pc:sldMk cId="2224840251" sldId="797"/>
        </pc:sldMkLst>
      </pc:sldChg>
      <pc:sldChg chg="del">
        <pc:chgData name="中山直樹" userId="cb34acfc-03ef-4fac-869d-a43ba3e39817" providerId="ADAL" clId="{FB137348-41FE-4726-8E67-AD25148B152A}" dt="2025-06-26T02:55:58.756" v="6176" actId="47"/>
        <pc:sldMkLst>
          <pc:docMk/>
          <pc:sldMk cId="3620099654" sldId="798"/>
        </pc:sldMkLst>
      </pc:sldChg>
      <pc:sldChg chg="del">
        <pc:chgData name="中山直樹" userId="cb34acfc-03ef-4fac-869d-a43ba3e39817" providerId="ADAL" clId="{FB137348-41FE-4726-8E67-AD25148B152A}" dt="2025-06-26T02:55:58.756" v="6176" actId="47"/>
        <pc:sldMkLst>
          <pc:docMk/>
          <pc:sldMk cId="2595333993" sldId="799"/>
        </pc:sldMkLst>
      </pc:sldChg>
      <pc:sldChg chg="del">
        <pc:chgData name="中山直樹" userId="cb34acfc-03ef-4fac-869d-a43ba3e39817" providerId="ADAL" clId="{FB137348-41FE-4726-8E67-AD25148B152A}" dt="2025-06-26T02:55:58.756" v="6176" actId="47"/>
        <pc:sldMkLst>
          <pc:docMk/>
          <pc:sldMk cId="4262414814" sldId="800"/>
        </pc:sldMkLst>
      </pc:sldChg>
      <pc:sldChg chg="del">
        <pc:chgData name="中山直樹" userId="cb34acfc-03ef-4fac-869d-a43ba3e39817" providerId="ADAL" clId="{FB137348-41FE-4726-8E67-AD25148B152A}" dt="2025-06-26T02:55:58.756" v="6176" actId="47"/>
        <pc:sldMkLst>
          <pc:docMk/>
          <pc:sldMk cId="3115104311" sldId="801"/>
        </pc:sldMkLst>
      </pc:sldChg>
      <pc:sldChg chg="del">
        <pc:chgData name="中山直樹" userId="cb34acfc-03ef-4fac-869d-a43ba3e39817" providerId="ADAL" clId="{FB137348-41FE-4726-8E67-AD25148B152A}" dt="2025-06-26T02:55:58.756" v="6176" actId="47"/>
        <pc:sldMkLst>
          <pc:docMk/>
          <pc:sldMk cId="1264319989" sldId="802"/>
        </pc:sldMkLst>
      </pc:sldChg>
      <pc:sldChg chg="addSp delSp modSp add mod">
        <pc:chgData name="中山直樹" userId="cb34acfc-03ef-4fac-869d-a43ba3e39817" providerId="ADAL" clId="{FB137348-41FE-4726-8E67-AD25148B152A}" dt="2025-06-26T03:44:29.035" v="10224" actId="20577"/>
        <pc:sldMkLst>
          <pc:docMk/>
          <pc:sldMk cId="510621260" sldId="803"/>
        </pc:sldMkLst>
      </pc:sldChg>
      <pc:sldChg chg="addSp delSp modSp add mod">
        <pc:chgData name="中山直樹" userId="cb34acfc-03ef-4fac-869d-a43ba3e39817" providerId="ADAL" clId="{FB137348-41FE-4726-8E67-AD25148B152A}" dt="2025-06-26T02:29:46.232" v="5774"/>
        <pc:sldMkLst>
          <pc:docMk/>
          <pc:sldMk cId="1811451219" sldId="804"/>
        </pc:sldMkLst>
      </pc:sldChg>
      <pc:sldChg chg="add del">
        <pc:chgData name="中山直樹" userId="cb34acfc-03ef-4fac-869d-a43ba3e39817" providerId="ADAL" clId="{FB137348-41FE-4726-8E67-AD25148B152A}" dt="2025-06-26T03:08:20.321" v="7706" actId="47"/>
        <pc:sldMkLst>
          <pc:docMk/>
          <pc:sldMk cId="3659942364" sldId="805"/>
        </pc:sldMkLst>
      </pc:sldChg>
      <pc:sldChg chg="modSp add mod">
        <pc:chgData name="中山直樹" userId="cb34acfc-03ef-4fac-869d-a43ba3e39817" providerId="ADAL" clId="{FB137348-41FE-4726-8E67-AD25148B152A}" dt="2025-06-26T03:07:36.001" v="7672"/>
        <pc:sldMkLst>
          <pc:docMk/>
          <pc:sldMk cId="1778627036" sldId="806"/>
        </pc:sldMkLst>
      </pc:sldChg>
      <pc:sldChg chg="modSp add mod">
        <pc:chgData name="中山直樹" userId="cb34acfc-03ef-4fac-869d-a43ba3e39817" providerId="ADAL" clId="{FB137348-41FE-4726-8E67-AD25148B152A}" dt="2025-06-26T03:07:56.575" v="7703"/>
        <pc:sldMkLst>
          <pc:docMk/>
          <pc:sldMk cId="436938781" sldId="807"/>
        </pc:sldMkLst>
      </pc:sldChg>
      <pc:sldChg chg="modSp add mod">
        <pc:chgData name="中山直樹" userId="cb34acfc-03ef-4fac-869d-a43ba3e39817" providerId="ADAL" clId="{FB137348-41FE-4726-8E67-AD25148B152A}" dt="2025-07-01T10:28:30.153" v="10574" actId="6549"/>
        <pc:sldMkLst>
          <pc:docMk/>
          <pc:sldMk cId="169760918" sldId="808"/>
        </pc:sldMkLst>
      </pc:sldChg>
      <pc:sldChg chg="modSp add del mod ord">
        <pc:chgData name="中山直樹" userId="cb34acfc-03ef-4fac-869d-a43ba3e39817" providerId="ADAL" clId="{FB137348-41FE-4726-8E67-AD25148B152A}" dt="2025-06-26T06:11:50.340" v="10405" actId="47"/>
        <pc:sldMkLst>
          <pc:docMk/>
          <pc:sldMk cId="13971608" sldId="809"/>
        </pc:sldMkLst>
      </pc:sldChg>
      <pc:sldChg chg="modSp add mod">
        <pc:chgData name="中山直樹" userId="cb34acfc-03ef-4fac-869d-a43ba3e39817" providerId="ADAL" clId="{FB137348-41FE-4726-8E67-AD25148B152A}" dt="2025-06-26T06:12:04.532" v="10494"/>
        <pc:sldMkLst>
          <pc:docMk/>
          <pc:sldMk cId="4209874527" sldId="809"/>
        </pc:sldMkLst>
      </pc:sldChg>
      <pc:sldMasterChg chg="del delSldLayout">
        <pc:chgData name="中山直樹" userId="cb34acfc-03ef-4fac-869d-a43ba3e39817" providerId="ADAL" clId="{FB137348-41FE-4726-8E67-AD25148B152A}" dt="2025-06-26T02:55:58.756" v="6176" actId="47"/>
        <pc:sldMasterMkLst>
          <pc:docMk/>
          <pc:sldMasterMk cId="1400720946" sldId="2147483655"/>
        </pc:sldMasterMkLst>
        <pc:sldLayoutChg chg="del">
          <pc:chgData name="中山直樹" userId="cb34acfc-03ef-4fac-869d-a43ba3e39817" providerId="ADAL" clId="{FB137348-41FE-4726-8E67-AD25148B152A}" dt="2025-06-26T02:55:58.756" v="6176" actId="47"/>
          <pc:sldLayoutMkLst>
            <pc:docMk/>
            <pc:sldMasterMk cId="1400720946" sldId="2147483655"/>
            <pc:sldLayoutMk cId="407343220" sldId="2147483656"/>
          </pc:sldLayoutMkLst>
        </pc:sldLayoutChg>
        <pc:sldLayoutChg chg="del">
          <pc:chgData name="中山直樹" userId="cb34acfc-03ef-4fac-869d-a43ba3e39817" providerId="ADAL" clId="{FB137348-41FE-4726-8E67-AD25148B152A}" dt="2025-06-26T02:55:58.756" v="6176" actId="47"/>
          <pc:sldLayoutMkLst>
            <pc:docMk/>
            <pc:sldMasterMk cId="1400720946" sldId="2147483655"/>
            <pc:sldLayoutMk cId="3488119065" sldId="2147483657"/>
          </pc:sldLayoutMkLst>
        </pc:sldLayoutChg>
        <pc:sldLayoutChg chg="del">
          <pc:chgData name="中山直樹" userId="cb34acfc-03ef-4fac-869d-a43ba3e39817" providerId="ADAL" clId="{FB137348-41FE-4726-8E67-AD25148B152A}" dt="2025-06-26T02:55:58.756" v="6176" actId="47"/>
          <pc:sldLayoutMkLst>
            <pc:docMk/>
            <pc:sldMasterMk cId="1400720946" sldId="2147483655"/>
            <pc:sldLayoutMk cId="3124695317" sldId="2147483658"/>
          </pc:sldLayoutMkLst>
        </pc:sldLayoutChg>
      </pc:sldMasterChg>
    </pc:docChg>
  </pc:docChgLst>
  <pc:docChgLst>
    <pc:chgData name="中山直樹" userId="cb34acfc-03ef-4fac-869d-a43ba3e39817" providerId="ADAL" clId="{D040D34B-0FE0-440B-BAE3-55CD8AE1DCFE}"/>
    <pc:docChg chg="undo redo custSel addSld delSld modSld sldOrd modSection">
      <pc:chgData name="中山直樹" userId="cb34acfc-03ef-4fac-869d-a43ba3e39817" providerId="ADAL" clId="{D040D34B-0FE0-440B-BAE3-55CD8AE1DCFE}" dt="2025-05-30T01:03:32.337" v="2529" actId="20577"/>
      <pc:docMkLst>
        <pc:docMk/>
      </pc:docMkLst>
      <pc:sldChg chg="modSp mod">
        <pc:chgData name="中山直樹" userId="cb34acfc-03ef-4fac-869d-a43ba3e39817" providerId="ADAL" clId="{D040D34B-0FE0-440B-BAE3-55CD8AE1DCFE}" dt="2025-05-28T00:49:06.626" v="485" actId="20577"/>
        <pc:sldMkLst>
          <pc:docMk/>
          <pc:sldMk cId="70759721" sldId="688"/>
        </pc:sldMkLst>
      </pc:sldChg>
      <pc:sldChg chg="modSp mod">
        <pc:chgData name="中山直樹" userId="cb34acfc-03ef-4fac-869d-a43ba3e39817" providerId="ADAL" clId="{D040D34B-0FE0-440B-BAE3-55CD8AE1DCFE}" dt="2025-05-29T07:06:59.229" v="2422" actId="20577"/>
        <pc:sldMkLst>
          <pc:docMk/>
          <pc:sldMk cId="5111407" sldId="689"/>
        </pc:sldMkLst>
      </pc:sldChg>
      <pc:sldChg chg="modSp mod">
        <pc:chgData name="中山直樹" userId="cb34acfc-03ef-4fac-869d-a43ba3e39817" providerId="ADAL" clId="{D040D34B-0FE0-440B-BAE3-55CD8AE1DCFE}" dt="2025-05-28T12:55:29.433" v="1868" actId="20577"/>
        <pc:sldMkLst>
          <pc:docMk/>
          <pc:sldMk cId="555076671" sldId="690"/>
        </pc:sldMkLst>
      </pc:sldChg>
      <pc:sldChg chg="add ord">
        <pc:chgData name="中山直樹" userId="cb34acfc-03ef-4fac-869d-a43ba3e39817" providerId="ADAL" clId="{D040D34B-0FE0-440B-BAE3-55CD8AE1DCFE}" dt="2025-05-29T04:28:09.509" v="2353"/>
        <pc:sldMkLst>
          <pc:docMk/>
          <pc:sldMk cId="1182035303" sldId="700"/>
        </pc:sldMkLst>
      </pc:sldChg>
      <pc:sldChg chg="addSp delSp modSp mod">
        <pc:chgData name="中山直樹" userId="cb34acfc-03ef-4fac-869d-a43ba3e39817" providerId="ADAL" clId="{D040D34B-0FE0-440B-BAE3-55CD8AE1DCFE}" dt="2025-05-28T12:51:16.764" v="1557" actId="20577"/>
        <pc:sldMkLst>
          <pc:docMk/>
          <pc:sldMk cId="2183528777" sldId="723"/>
        </pc:sldMkLst>
      </pc:sldChg>
      <pc:sldChg chg="addSp delSp modSp mod">
        <pc:chgData name="中山直樹" userId="cb34acfc-03ef-4fac-869d-a43ba3e39817" providerId="ADAL" clId="{D040D34B-0FE0-440B-BAE3-55CD8AE1DCFE}" dt="2025-05-29T02:09:49.530" v="2330" actId="20577"/>
        <pc:sldMkLst>
          <pc:docMk/>
          <pc:sldMk cId="3745408884" sldId="726"/>
        </pc:sldMkLst>
      </pc:sldChg>
      <pc:sldChg chg="modSp mod">
        <pc:chgData name="中山直樹" userId="cb34acfc-03ef-4fac-869d-a43ba3e39817" providerId="ADAL" clId="{D040D34B-0FE0-440B-BAE3-55CD8AE1DCFE}" dt="2025-05-29T08:42:29.849" v="2494" actId="6549"/>
        <pc:sldMkLst>
          <pc:docMk/>
          <pc:sldMk cId="617619232" sldId="727"/>
        </pc:sldMkLst>
      </pc:sldChg>
      <pc:sldChg chg="addSp delSp modSp mod ord">
        <pc:chgData name="中山直樹" userId="cb34acfc-03ef-4fac-869d-a43ba3e39817" providerId="ADAL" clId="{D040D34B-0FE0-440B-BAE3-55CD8AE1DCFE}" dt="2025-05-30T01:03:32.337" v="2529" actId="20577"/>
        <pc:sldMkLst>
          <pc:docMk/>
          <pc:sldMk cId="2571022824" sldId="728"/>
        </pc:sldMkLst>
      </pc:sldChg>
      <pc:sldChg chg="modSp add mod ord">
        <pc:chgData name="中山直樹" userId="cb34acfc-03ef-4fac-869d-a43ba3e39817" providerId="ADAL" clId="{D040D34B-0FE0-440B-BAE3-55CD8AE1DCFE}" dt="2025-05-29T04:28:33.461" v="2367"/>
        <pc:sldMkLst>
          <pc:docMk/>
          <pc:sldMk cId="2321766636" sldId="732"/>
        </pc:sldMkLst>
      </pc:sldChg>
      <pc:sldChg chg="modSp add mod ord">
        <pc:chgData name="中山直樹" userId="cb34acfc-03ef-4fac-869d-a43ba3e39817" providerId="ADAL" clId="{D040D34B-0FE0-440B-BAE3-55CD8AE1DCFE}" dt="2025-05-29T04:28:09.509" v="2353"/>
        <pc:sldMkLst>
          <pc:docMk/>
          <pc:sldMk cId="1431800900" sldId="733"/>
        </pc:sldMkLst>
      </pc:sldChg>
      <pc:sldChg chg="modSp add mod">
        <pc:chgData name="中山直樹" userId="cb34acfc-03ef-4fac-869d-a43ba3e39817" providerId="ADAL" clId="{D040D34B-0FE0-440B-BAE3-55CD8AE1DCFE}" dt="2025-05-29T01:43:54.367" v="2053" actId="20577"/>
        <pc:sldMkLst>
          <pc:docMk/>
          <pc:sldMk cId="3555261744" sldId="734"/>
        </pc:sldMkLst>
      </pc:sldChg>
      <pc:sldChg chg="delSp modSp add del mod">
        <pc:chgData name="中山直樹" userId="cb34acfc-03ef-4fac-869d-a43ba3e39817" providerId="ADAL" clId="{D040D34B-0FE0-440B-BAE3-55CD8AE1DCFE}" dt="2025-05-29T02:47:57.929" v="2346" actId="47"/>
        <pc:sldMkLst>
          <pc:docMk/>
          <pc:sldMk cId="2715657421" sldId="735"/>
        </pc:sldMkLst>
      </pc:sldChg>
      <pc:sldChg chg="add ord">
        <pc:chgData name="中山直樹" userId="cb34acfc-03ef-4fac-869d-a43ba3e39817" providerId="ADAL" clId="{D040D34B-0FE0-440B-BAE3-55CD8AE1DCFE}" dt="2025-05-29T04:28:09.509" v="2353"/>
        <pc:sldMkLst>
          <pc:docMk/>
          <pc:sldMk cId="2679199553" sldId="736"/>
        </pc:sldMkLst>
      </pc:sldChg>
      <pc:sldChg chg="addSp delSp modSp add mod ord">
        <pc:chgData name="中山直樹" userId="cb34acfc-03ef-4fac-869d-a43ba3e39817" providerId="ADAL" clId="{D040D34B-0FE0-440B-BAE3-55CD8AE1DCFE}" dt="2025-05-29T04:28:09.509" v="2353"/>
        <pc:sldMkLst>
          <pc:docMk/>
          <pc:sldMk cId="3142526449" sldId="737"/>
        </pc:sldMkLst>
      </pc:sldChg>
    </pc:docChg>
  </pc:docChgLst>
  <pc:docChgLst>
    <pc:chgData name="中山直樹" userId="cb34acfc-03ef-4fac-869d-a43ba3e39817" providerId="ADAL" clId="{BA441804-BD09-4491-9003-AC9DD05C7047}"/>
    <pc:docChg chg="undo custSel addSld delSld modSld sldOrd delMainMaster delSection modSection">
      <pc:chgData name="中山直樹" userId="cb34acfc-03ef-4fac-869d-a43ba3e39817" providerId="ADAL" clId="{BA441804-BD09-4491-9003-AC9DD05C7047}" dt="2025-07-25T11:03:53.039" v="2921"/>
      <pc:docMkLst>
        <pc:docMk/>
      </pc:docMkLst>
      <pc:sldChg chg="del">
        <pc:chgData name="中山直樹" userId="cb34acfc-03ef-4fac-869d-a43ba3e39817" providerId="ADAL" clId="{BA441804-BD09-4491-9003-AC9DD05C7047}" dt="2025-07-25T00:42:40.706" v="981" actId="47"/>
        <pc:sldMkLst>
          <pc:docMk/>
          <pc:sldMk cId="317003254" sldId="257"/>
        </pc:sldMkLst>
      </pc:sldChg>
      <pc:sldChg chg="del">
        <pc:chgData name="中山直樹" userId="cb34acfc-03ef-4fac-869d-a43ba3e39817" providerId="ADAL" clId="{BA441804-BD09-4491-9003-AC9DD05C7047}" dt="2025-07-25T00:42:40.706" v="981" actId="47"/>
        <pc:sldMkLst>
          <pc:docMk/>
          <pc:sldMk cId="353603290" sldId="273"/>
        </pc:sldMkLst>
      </pc:sldChg>
      <pc:sldChg chg="del">
        <pc:chgData name="中山直樹" userId="cb34acfc-03ef-4fac-869d-a43ba3e39817" providerId="ADAL" clId="{BA441804-BD09-4491-9003-AC9DD05C7047}" dt="2025-07-25T00:42:40.706" v="981" actId="47"/>
        <pc:sldMkLst>
          <pc:docMk/>
          <pc:sldMk cId="4179445227" sldId="280"/>
        </pc:sldMkLst>
      </pc:sldChg>
      <pc:sldChg chg="del">
        <pc:chgData name="中山直樹" userId="cb34acfc-03ef-4fac-869d-a43ba3e39817" providerId="ADAL" clId="{BA441804-BD09-4491-9003-AC9DD05C7047}" dt="2025-07-25T00:42:40.706" v="981" actId="47"/>
        <pc:sldMkLst>
          <pc:docMk/>
          <pc:sldMk cId="3642591305" sldId="287"/>
        </pc:sldMkLst>
      </pc:sldChg>
      <pc:sldChg chg="del">
        <pc:chgData name="中山直樹" userId="cb34acfc-03ef-4fac-869d-a43ba3e39817" providerId="ADAL" clId="{BA441804-BD09-4491-9003-AC9DD05C7047}" dt="2025-07-25T00:42:40.706" v="981" actId="47"/>
        <pc:sldMkLst>
          <pc:docMk/>
          <pc:sldMk cId="3726461761" sldId="288"/>
        </pc:sldMkLst>
      </pc:sldChg>
      <pc:sldChg chg="modSp mod">
        <pc:chgData name="中山直樹" userId="cb34acfc-03ef-4fac-869d-a43ba3e39817" providerId="ADAL" clId="{BA441804-BD09-4491-9003-AC9DD05C7047}" dt="2025-07-17T07:03:33.154" v="4"/>
        <pc:sldMkLst>
          <pc:docMk/>
          <pc:sldMk cId="70759721" sldId="688"/>
        </pc:sldMkLst>
      </pc:sldChg>
      <pc:sldChg chg="modSp mod">
        <pc:chgData name="中山直樹" userId="cb34acfc-03ef-4fac-869d-a43ba3e39817" providerId="ADAL" clId="{BA441804-BD09-4491-9003-AC9DD05C7047}" dt="2025-07-25T06:41:21.912" v="2591" actId="1076"/>
        <pc:sldMkLst>
          <pc:docMk/>
          <pc:sldMk cId="5111407" sldId="689"/>
        </pc:sldMkLst>
      </pc:sldChg>
      <pc:sldChg chg="add">
        <pc:chgData name="中山直樹" userId="cb34acfc-03ef-4fac-869d-a43ba3e39817" providerId="ADAL" clId="{BA441804-BD09-4491-9003-AC9DD05C7047}" dt="2025-07-25T00:42:23.179" v="980"/>
        <pc:sldMkLst>
          <pc:docMk/>
          <pc:sldMk cId="1046322974" sldId="705"/>
        </pc:sldMkLst>
      </pc:sldChg>
      <pc:sldChg chg="modSp add mod">
        <pc:chgData name="中山直樹" userId="cb34acfc-03ef-4fac-869d-a43ba3e39817" providerId="ADAL" clId="{BA441804-BD09-4491-9003-AC9DD05C7047}" dt="2025-07-25T00:39:49.587" v="979" actId="1076"/>
        <pc:sldMkLst>
          <pc:docMk/>
          <pc:sldMk cId="202716382" sldId="721"/>
        </pc:sldMkLst>
      </pc:sldChg>
      <pc:sldChg chg="modSp mod">
        <pc:chgData name="中山直樹" userId="cb34acfc-03ef-4fac-869d-a43ba3e39817" providerId="ADAL" clId="{BA441804-BD09-4491-9003-AC9DD05C7047}" dt="2025-07-25T09:08:49.857" v="2905" actId="207"/>
        <pc:sldMkLst>
          <pc:docMk/>
          <pc:sldMk cId="617619232" sldId="727"/>
        </pc:sldMkLst>
      </pc:sldChg>
      <pc:sldChg chg="addSp delSp mod">
        <pc:chgData name="中山直樹" userId="cb34acfc-03ef-4fac-869d-a43ba3e39817" providerId="ADAL" clId="{BA441804-BD09-4491-9003-AC9DD05C7047}" dt="2025-07-25T00:39:36.538" v="977" actId="22"/>
        <pc:sldMkLst>
          <pc:docMk/>
          <pc:sldMk cId="3555261744" sldId="734"/>
        </pc:sldMkLst>
      </pc:sldChg>
      <pc:sldChg chg="addSp delSp mod">
        <pc:chgData name="中山直樹" userId="cb34acfc-03ef-4fac-869d-a43ba3e39817" providerId="ADAL" clId="{BA441804-BD09-4491-9003-AC9DD05C7047}" dt="2025-07-25T00:39:31.918" v="975" actId="22"/>
        <pc:sldMkLst>
          <pc:docMk/>
          <pc:sldMk cId="2648346863" sldId="739"/>
        </pc:sldMkLst>
      </pc:sldChg>
      <pc:sldChg chg="modSp mod">
        <pc:chgData name="中山直樹" userId="cb34acfc-03ef-4fac-869d-a43ba3e39817" providerId="ADAL" clId="{BA441804-BD09-4491-9003-AC9DD05C7047}" dt="2025-07-25T06:51:48.135" v="2674"/>
        <pc:sldMkLst>
          <pc:docMk/>
          <pc:sldMk cId="510621260" sldId="803"/>
        </pc:sldMkLst>
      </pc:sldChg>
      <pc:sldChg chg="del">
        <pc:chgData name="中山直樹" userId="cb34acfc-03ef-4fac-869d-a43ba3e39817" providerId="ADAL" clId="{BA441804-BD09-4491-9003-AC9DD05C7047}" dt="2025-07-25T00:42:40.706" v="981" actId="47"/>
        <pc:sldMkLst>
          <pc:docMk/>
          <pc:sldMk cId="1778627036" sldId="806"/>
        </pc:sldMkLst>
      </pc:sldChg>
      <pc:sldChg chg="addSp modSp del mod">
        <pc:chgData name="中山直樹" userId="cb34acfc-03ef-4fac-869d-a43ba3e39817" providerId="ADAL" clId="{BA441804-BD09-4491-9003-AC9DD05C7047}" dt="2025-07-25T01:05:55.566" v="2245" actId="47"/>
        <pc:sldMkLst>
          <pc:docMk/>
          <pc:sldMk cId="169760918" sldId="808"/>
        </pc:sldMkLst>
      </pc:sldChg>
      <pc:sldChg chg="del">
        <pc:chgData name="中山直樹" userId="cb34acfc-03ef-4fac-869d-a43ba3e39817" providerId="ADAL" clId="{BA441804-BD09-4491-9003-AC9DD05C7047}" dt="2025-07-25T00:10:47.841" v="25" actId="47"/>
        <pc:sldMkLst>
          <pc:docMk/>
          <pc:sldMk cId="4209874527" sldId="809"/>
        </pc:sldMkLst>
      </pc:sldChg>
      <pc:sldChg chg="add">
        <pc:chgData name="中山直樹" userId="cb34acfc-03ef-4fac-869d-a43ba3e39817" providerId="ADAL" clId="{BA441804-BD09-4491-9003-AC9DD05C7047}" dt="2025-07-25T00:42:23.179" v="980"/>
        <pc:sldMkLst>
          <pc:docMk/>
          <pc:sldMk cId="4187268646" sldId="2147483462"/>
        </pc:sldMkLst>
      </pc:sldChg>
      <pc:sldChg chg="add">
        <pc:chgData name="中山直樹" userId="cb34acfc-03ef-4fac-869d-a43ba3e39817" providerId="ADAL" clId="{BA441804-BD09-4491-9003-AC9DD05C7047}" dt="2025-07-25T00:42:23.179" v="980"/>
        <pc:sldMkLst>
          <pc:docMk/>
          <pc:sldMk cId="1049366319" sldId="2147483463"/>
        </pc:sldMkLst>
      </pc:sldChg>
      <pc:sldChg chg="add">
        <pc:chgData name="中山直樹" userId="cb34acfc-03ef-4fac-869d-a43ba3e39817" providerId="ADAL" clId="{BA441804-BD09-4491-9003-AC9DD05C7047}" dt="2025-07-25T00:42:23.179" v="980"/>
        <pc:sldMkLst>
          <pc:docMk/>
          <pc:sldMk cId="1962858987" sldId="2147483464"/>
        </pc:sldMkLst>
      </pc:sldChg>
      <pc:sldChg chg="del">
        <pc:chgData name="中山直樹" userId="cb34acfc-03ef-4fac-869d-a43ba3e39817" providerId="ADAL" clId="{BA441804-BD09-4491-9003-AC9DD05C7047}" dt="2025-07-25T00:42:40.706" v="981" actId="47"/>
        <pc:sldMkLst>
          <pc:docMk/>
          <pc:sldMk cId="673581222" sldId="2147483579"/>
        </pc:sldMkLst>
      </pc:sldChg>
      <pc:sldChg chg="del">
        <pc:chgData name="中山直樹" userId="cb34acfc-03ef-4fac-869d-a43ba3e39817" providerId="ADAL" clId="{BA441804-BD09-4491-9003-AC9DD05C7047}" dt="2025-07-25T00:42:40.706" v="981" actId="47"/>
        <pc:sldMkLst>
          <pc:docMk/>
          <pc:sldMk cId="3136549358" sldId="2147483580"/>
        </pc:sldMkLst>
      </pc:sldChg>
      <pc:sldChg chg="del">
        <pc:chgData name="中山直樹" userId="cb34acfc-03ef-4fac-869d-a43ba3e39817" providerId="ADAL" clId="{BA441804-BD09-4491-9003-AC9DD05C7047}" dt="2025-07-25T00:42:40.706" v="981" actId="47"/>
        <pc:sldMkLst>
          <pc:docMk/>
          <pc:sldMk cId="88370102" sldId="2147483582"/>
        </pc:sldMkLst>
      </pc:sldChg>
      <pc:sldChg chg="del">
        <pc:chgData name="中山直樹" userId="cb34acfc-03ef-4fac-869d-a43ba3e39817" providerId="ADAL" clId="{BA441804-BD09-4491-9003-AC9DD05C7047}" dt="2025-07-25T00:42:40.706" v="981" actId="47"/>
        <pc:sldMkLst>
          <pc:docMk/>
          <pc:sldMk cId="485046769" sldId="2147483583"/>
        </pc:sldMkLst>
      </pc:sldChg>
      <pc:sldChg chg="del">
        <pc:chgData name="中山直樹" userId="cb34acfc-03ef-4fac-869d-a43ba3e39817" providerId="ADAL" clId="{BA441804-BD09-4491-9003-AC9DD05C7047}" dt="2025-07-25T00:42:40.706" v="981" actId="47"/>
        <pc:sldMkLst>
          <pc:docMk/>
          <pc:sldMk cId="1343687578" sldId="2147483584"/>
        </pc:sldMkLst>
      </pc:sldChg>
      <pc:sldChg chg="del">
        <pc:chgData name="中山直樹" userId="cb34acfc-03ef-4fac-869d-a43ba3e39817" providerId="ADAL" clId="{BA441804-BD09-4491-9003-AC9DD05C7047}" dt="2025-07-25T00:42:40.706" v="981" actId="47"/>
        <pc:sldMkLst>
          <pc:docMk/>
          <pc:sldMk cId="1844020956" sldId="2147483585"/>
        </pc:sldMkLst>
      </pc:sldChg>
      <pc:sldChg chg="del">
        <pc:chgData name="中山直樹" userId="cb34acfc-03ef-4fac-869d-a43ba3e39817" providerId="ADAL" clId="{BA441804-BD09-4491-9003-AC9DD05C7047}" dt="2025-07-25T00:42:40.706" v="981" actId="47"/>
        <pc:sldMkLst>
          <pc:docMk/>
          <pc:sldMk cId="2287315579" sldId="2147483586"/>
        </pc:sldMkLst>
      </pc:sldChg>
      <pc:sldChg chg="del">
        <pc:chgData name="中山直樹" userId="cb34acfc-03ef-4fac-869d-a43ba3e39817" providerId="ADAL" clId="{BA441804-BD09-4491-9003-AC9DD05C7047}" dt="2025-07-25T00:42:40.706" v="981" actId="47"/>
        <pc:sldMkLst>
          <pc:docMk/>
          <pc:sldMk cId="2505318823" sldId="2147483588"/>
        </pc:sldMkLst>
      </pc:sldChg>
      <pc:sldChg chg="del">
        <pc:chgData name="中山直樹" userId="cb34acfc-03ef-4fac-869d-a43ba3e39817" providerId="ADAL" clId="{BA441804-BD09-4491-9003-AC9DD05C7047}" dt="2025-07-25T00:42:40.706" v="981" actId="47"/>
        <pc:sldMkLst>
          <pc:docMk/>
          <pc:sldMk cId="1191863372" sldId="2147483589"/>
        </pc:sldMkLst>
      </pc:sldChg>
      <pc:sldChg chg="del">
        <pc:chgData name="中山直樹" userId="cb34acfc-03ef-4fac-869d-a43ba3e39817" providerId="ADAL" clId="{BA441804-BD09-4491-9003-AC9DD05C7047}" dt="2025-07-25T00:42:40.706" v="981" actId="47"/>
        <pc:sldMkLst>
          <pc:docMk/>
          <pc:sldMk cId="1100491405" sldId="2147483590"/>
        </pc:sldMkLst>
      </pc:sldChg>
      <pc:sldChg chg="del">
        <pc:chgData name="中山直樹" userId="cb34acfc-03ef-4fac-869d-a43ba3e39817" providerId="ADAL" clId="{BA441804-BD09-4491-9003-AC9DD05C7047}" dt="2025-07-25T00:42:40.706" v="981" actId="47"/>
        <pc:sldMkLst>
          <pc:docMk/>
          <pc:sldMk cId="1419410453" sldId="2147483591"/>
        </pc:sldMkLst>
      </pc:sldChg>
      <pc:sldChg chg="addSp delSp modSp add mod ord">
        <pc:chgData name="中山直樹" userId="cb34acfc-03ef-4fac-869d-a43ba3e39817" providerId="ADAL" clId="{BA441804-BD09-4491-9003-AC9DD05C7047}" dt="2025-07-25T00:31:59.627" v="803" actId="1076"/>
        <pc:sldMkLst>
          <pc:docMk/>
          <pc:sldMk cId="578989711" sldId="2147483592"/>
        </pc:sldMkLst>
      </pc:sldChg>
      <pc:sldChg chg="addSp delSp modSp add del mod">
        <pc:chgData name="中山直樹" userId="cb34acfc-03ef-4fac-869d-a43ba3e39817" providerId="ADAL" clId="{BA441804-BD09-4491-9003-AC9DD05C7047}" dt="2025-07-25T06:45:55.026" v="2592" actId="47"/>
        <pc:sldMkLst>
          <pc:docMk/>
          <pc:sldMk cId="1696120401" sldId="2147483593"/>
        </pc:sldMkLst>
      </pc:sldChg>
      <pc:sldChg chg="addSp delSp modSp add del mod">
        <pc:chgData name="中山直樹" userId="cb34acfc-03ef-4fac-869d-a43ba3e39817" providerId="ADAL" clId="{BA441804-BD09-4491-9003-AC9DD05C7047}" dt="2025-07-25T06:45:55.026" v="2592" actId="47"/>
        <pc:sldMkLst>
          <pc:docMk/>
          <pc:sldMk cId="3921917909" sldId="2147483594"/>
        </pc:sldMkLst>
      </pc:sldChg>
      <pc:sldChg chg="addSp delSp modSp add del mod">
        <pc:chgData name="中山直樹" userId="cb34acfc-03ef-4fac-869d-a43ba3e39817" providerId="ADAL" clId="{BA441804-BD09-4491-9003-AC9DD05C7047}" dt="2025-07-25T06:45:55.026" v="2592" actId="47"/>
        <pc:sldMkLst>
          <pc:docMk/>
          <pc:sldMk cId="3082832303" sldId="2147483595"/>
        </pc:sldMkLst>
      </pc:sldChg>
      <pc:sldChg chg="add del">
        <pc:chgData name="中山直樹" userId="cb34acfc-03ef-4fac-869d-a43ba3e39817" providerId="ADAL" clId="{BA441804-BD09-4491-9003-AC9DD05C7047}" dt="2025-07-25T00:22:00.052" v="734"/>
        <pc:sldMkLst>
          <pc:docMk/>
          <pc:sldMk cId="4184826080" sldId="2147483595"/>
        </pc:sldMkLst>
      </pc:sldChg>
      <pc:sldChg chg="addSp delSp modSp add del mod">
        <pc:chgData name="中山直樹" userId="cb34acfc-03ef-4fac-869d-a43ba3e39817" providerId="ADAL" clId="{BA441804-BD09-4491-9003-AC9DD05C7047}" dt="2025-07-25T06:45:55.026" v="2592" actId="47"/>
        <pc:sldMkLst>
          <pc:docMk/>
          <pc:sldMk cId="1055721162" sldId="2147483596"/>
        </pc:sldMkLst>
      </pc:sldChg>
      <pc:sldChg chg="delSp add del mod">
        <pc:chgData name="中山直樹" userId="cb34acfc-03ef-4fac-869d-a43ba3e39817" providerId="ADAL" clId="{BA441804-BD09-4491-9003-AC9DD05C7047}" dt="2025-07-25T00:23:53.432" v="754" actId="47"/>
        <pc:sldMkLst>
          <pc:docMk/>
          <pc:sldMk cId="171745105" sldId="2147483597"/>
        </pc:sldMkLst>
      </pc:sldChg>
      <pc:sldChg chg="addSp delSp modSp add del mod">
        <pc:chgData name="中山直樹" userId="cb34acfc-03ef-4fac-869d-a43ba3e39817" providerId="ADAL" clId="{BA441804-BD09-4491-9003-AC9DD05C7047}" dt="2025-07-25T06:45:55.026" v="2592" actId="47"/>
        <pc:sldMkLst>
          <pc:docMk/>
          <pc:sldMk cId="3433828141" sldId="2147483597"/>
        </pc:sldMkLst>
      </pc:sldChg>
      <pc:sldChg chg="addSp delSp modSp add mod">
        <pc:chgData name="中山直樹" userId="cb34acfc-03ef-4fac-869d-a43ba3e39817" providerId="ADAL" clId="{BA441804-BD09-4491-9003-AC9DD05C7047}" dt="2025-07-25T00:34:05.872" v="811" actId="1076"/>
        <pc:sldMkLst>
          <pc:docMk/>
          <pc:sldMk cId="4263208362" sldId="2147483598"/>
        </pc:sldMkLst>
      </pc:sldChg>
      <pc:sldChg chg="addSp delSp modSp add mod ord">
        <pc:chgData name="中山直樹" userId="cb34acfc-03ef-4fac-869d-a43ba3e39817" providerId="ADAL" clId="{BA441804-BD09-4491-9003-AC9DD05C7047}" dt="2025-07-25T00:28:03.092" v="788"/>
        <pc:sldMkLst>
          <pc:docMk/>
          <pc:sldMk cId="1200093416" sldId="2147483599"/>
        </pc:sldMkLst>
      </pc:sldChg>
      <pc:sldChg chg="addSp delSp modSp add mod">
        <pc:chgData name="中山直樹" userId="cb34acfc-03ef-4fac-869d-a43ba3e39817" providerId="ADAL" clId="{BA441804-BD09-4491-9003-AC9DD05C7047}" dt="2025-07-25T11:03:53.039" v="2921"/>
        <pc:sldMkLst>
          <pc:docMk/>
          <pc:sldMk cId="2727339202" sldId="2147483600"/>
        </pc:sldMkLst>
      </pc:sldChg>
      <pc:sldChg chg="add del">
        <pc:chgData name="中山直樹" userId="cb34acfc-03ef-4fac-869d-a43ba3e39817" providerId="ADAL" clId="{BA441804-BD09-4491-9003-AC9DD05C7047}" dt="2025-07-25T01:00:41.585" v="2213" actId="2890"/>
        <pc:sldMkLst>
          <pc:docMk/>
          <pc:sldMk cId="1282655220" sldId="2147483601"/>
        </pc:sldMkLst>
      </pc:sldChg>
      <pc:sldChg chg="modSp add mod">
        <pc:chgData name="中山直樹" userId="cb34acfc-03ef-4fac-869d-a43ba3e39817" providerId="ADAL" clId="{BA441804-BD09-4491-9003-AC9DD05C7047}" dt="2025-07-25T10:57:30.863" v="2915"/>
        <pc:sldMkLst>
          <pc:docMk/>
          <pc:sldMk cId="1388896467" sldId="2147483601"/>
        </pc:sldMkLst>
      </pc:sldChg>
      <pc:sldMasterChg chg="del delSldLayout">
        <pc:chgData name="中山直樹" userId="cb34acfc-03ef-4fac-869d-a43ba3e39817" providerId="ADAL" clId="{BA441804-BD09-4491-9003-AC9DD05C7047}" dt="2025-07-25T00:42:40.706" v="981" actId="47"/>
        <pc:sldMasterMkLst>
          <pc:docMk/>
          <pc:sldMasterMk cId="2442065085" sldId="2147483655"/>
        </pc:sldMasterMkLst>
        <pc:sldLayoutChg chg="del">
          <pc:chgData name="中山直樹" userId="cb34acfc-03ef-4fac-869d-a43ba3e39817" providerId="ADAL" clId="{BA441804-BD09-4491-9003-AC9DD05C7047}" dt="2025-07-25T00:42:40.706" v="981" actId="47"/>
          <pc:sldLayoutMkLst>
            <pc:docMk/>
            <pc:sldMasterMk cId="2442065085" sldId="2147483655"/>
            <pc:sldLayoutMk cId="3939607946" sldId="2147483656"/>
          </pc:sldLayoutMkLst>
        </pc:sldLayoutChg>
        <pc:sldLayoutChg chg="del">
          <pc:chgData name="中山直樹" userId="cb34acfc-03ef-4fac-869d-a43ba3e39817" providerId="ADAL" clId="{BA441804-BD09-4491-9003-AC9DD05C7047}" dt="2025-07-25T00:42:40.706" v="981" actId="47"/>
          <pc:sldLayoutMkLst>
            <pc:docMk/>
            <pc:sldMasterMk cId="2442065085" sldId="2147483655"/>
            <pc:sldLayoutMk cId="2383239314" sldId="2147483657"/>
          </pc:sldLayoutMkLst>
        </pc:sldLayoutChg>
        <pc:sldLayoutChg chg="del">
          <pc:chgData name="中山直樹" userId="cb34acfc-03ef-4fac-869d-a43ba3e39817" providerId="ADAL" clId="{BA441804-BD09-4491-9003-AC9DD05C7047}" dt="2025-07-25T00:42:40.706" v="981" actId="47"/>
          <pc:sldLayoutMkLst>
            <pc:docMk/>
            <pc:sldMasterMk cId="2442065085" sldId="2147483655"/>
            <pc:sldLayoutMk cId="4146495988" sldId="2147483658"/>
          </pc:sldLayoutMkLst>
        </pc:sldLayoutChg>
      </pc:sldMasterChg>
      <pc:sldMasterChg chg="del delSldLayout">
        <pc:chgData name="中山直樹" userId="cb34acfc-03ef-4fac-869d-a43ba3e39817" providerId="ADAL" clId="{BA441804-BD09-4491-9003-AC9DD05C7047}" dt="2025-07-25T00:42:40.706" v="981" actId="47"/>
        <pc:sldMasterMkLst>
          <pc:docMk/>
          <pc:sldMasterMk cId="1592975047" sldId="2147483659"/>
        </pc:sldMasterMkLst>
        <pc:sldLayoutChg chg="del">
          <pc:chgData name="中山直樹" userId="cb34acfc-03ef-4fac-869d-a43ba3e39817" providerId="ADAL" clId="{BA441804-BD09-4491-9003-AC9DD05C7047}" dt="2025-07-25T00:42:40.706" v="981" actId="47"/>
          <pc:sldLayoutMkLst>
            <pc:docMk/>
            <pc:sldMasterMk cId="1592975047" sldId="2147483659"/>
            <pc:sldLayoutMk cId="4178925746" sldId="2147483660"/>
          </pc:sldLayoutMkLst>
        </pc:sldLayoutChg>
        <pc:sldLayoutChg chg="del">
          <pc:chgData name="中山直樹" userId="cb34acfc-03ef-4fac-869d-a43ba3e39817" providerId="ADAL" clId="{BA441804-BD09-4491-9003-AC9DD05C7047}" dt="2025-07-25T00:42:40.706" v="981" actId="47"/>
          <pc:sldLayoutMkLst>
            <pc:docMk/>
            <pc:sldMasterMk cId="1592975047" sldId="2147483659"/>
            <pc:sldLayoutMk cId="619466099" sldId="2147483661"/>
          </pc:sldLayoutMkLst>
        </pc:sldLayoutChg>
        <pc:sldLayoutChg chg="del">
          <pc:chgData name="中山直樹" userId="cb34acfc-03ef-4fac-869d-a43ba3e39817" providerId="ADAL" clId="{BA441804-BD09-4491-9003-AC9DD05C7047}" dt="2025-07-25T00:42:40.706" v="981" actId="47"/>
          <pc:sldLayoutMkLst>
            <pc:docMk/>
            <pc:sldMasterMk cId="1592975047" sldId="2147483659"/>
            <pc:sldLayoutMk cId="3893935004" sldId="2147483662"/>
          </pc:sldLayoutMkLst>
        </pc:sldLayoutChg>
        <pc:sldLayoutChg chg="del">
          <pc:chgData name="中山直樹" userId="cb34acfc-03ef-4fac-869d-a43ba3e39817" providerId="ADAL" clId="{BA441804-BD09-4491-9003-AC9DD05C7047}" dt="2025-07-25T00:42:40.706" v="981" actId="47"/>
          <pc:sldLayoutMkLst>
            <pc:docMk/>
            <pc:sldMasterMk cId="1592975047" sldId="2147483659"/>
            <pc:sldLayoutMk cId="1591775162" sldId="2147483663"/>
          </pc:sldLayoutMkLst>
        </pc:sldLayoutChg>
      </pc:sldMasterChg>
    </pc:docChg>
  </pc:docChgLst>
  <pc:docChgLst>
    <pc:chgData name="菊池 祥子" userId="2f8dc684-d797-4923-83b5-e92fa09059e1" providerId="ADAL" clId="{95FE370E-44B1-4E57-AA0B-6153607BC3B6}"/>
    <pc:docChg chg="undo custSel addSld delSld modSld sldOrd modSection">
      <pc:chgData name="菊池 祥子" userId="2f8dc684-d797-4923-83b5-e92fa09059e1" providerId="ADAL" clId="{95FE370E-44B1-4E57-AA0B-6153607BC3B6}" dt="2025-05-29T10:10:45.375" v="529" actId="20577"/>
      <pc:docMkLst>
        <pc:docMk/>
      </pc:docMkLst>
      <pc:sldChg chg="modSp mod">
        <pc:chgData name="菊池 祥子" userId="2f8dc684-d797-4923-83b5-e92fa09059e1" providerId="ADAL" clId="{95FE370E-44B1-4E57-AA0B-6153607BC3B6}" dt="2025-05-29T10:10:45.375" v="529" actId="20577"/>
        <pc:sldMkLst>
          <pc:docMk/>
          <pc:sldMk cId="3745408884" sldId="726"/>
        </pc:sldMkLst>
      </pc:sldChg>
      <pc:sldChg chg="modSp mod ord">
        <pc:chgData name="菊池 祥子" userId="2f8dc684-d797-4923-83b5-e92fa09059e1" providerId="ADAL" clId="{95FE370E-44B1-4E57-AA0B-6153607BC3B6}" dt="2025-05-29T08:39:44.096" v="503"/>
        <pc:sldMkLst>
          <pc:docMk/>
          <pc:sldMk cId="2571022824" sldId="728"/>
        </pc:sldMkLst>
      </pc:sldChg>
      <pc:sldChg chg="addSp delSp modSp add mod">
        <pc:chgData name="菊池 祥子" userId="2f8dc684-d797-4923-83b5-e92fa09059e1" providerId="ADAL" clId="{95FE370E-44B1-4E57-AA0B-6153607BC3B6}" dt="2025-05-29T07:49:04.382" v="55" actId="207"/>
        <pc:sldMkLst>
          <pc:docMk/>
          <pc:sldMk cId="2193478669" sldId="742"/>
        </pc:sldMkLst>
      </pc:sldChg>
      <pc:sldChg chg="addSp modSp add mod">
        <pc:chgData name="菊池 祥子" userId="2f8dc684-d797-4923-83b5-e92fa09059e1" providerId="ADAL" clId="{95FE370E-44B1-4E57-AA0B-6153607BC3B6}" dt="2025-05-29T07:54:03.628" v="114"/>
        <pc:sldMkLst>
          <pc:docMk/>
          <pc:sldMk cId="306907839" sldId="743"/>
        </pc:sldMkLst>
      </pc:sldChg>
      <pc:sldChg chg="add del">
        <pc:chgData name="菊池 祥子" userId="2f8dc684-d797-4923-83b5-e92fa09059e1" providerId="ADAL" clId="{95FE370E-44B1-4E57-AA0B-6153607BC3B6}" dt="2025-05-29T07:42:21.976" v="2" actId="47"/>
        <pc:sldMkLst>
          <pc:docMk/>
          <pc:sldMk cId="2473882461" sldId="743"/>
        </pc:sldMkLst>
      </pc:sldChg>
      <pc:sldChg chg="addSp delSp modSp add mod">
        <pc:chgData name="菊池 祥子" userId="2f8dc684-d797-4923-83b5-e92fa09059e1" providerId="ADAL" clId="{95FE370E-44B1-4E57-AA0B-6153607BC3B6}" dt="2025-05-29T07:51:02.043" v="75" actId="1035"/>
        <pc:sldMkLst>
          <pc:docMk/>
          <pc:sldMk cId="1716797478" sldId="744"/>
        </pc:sldMkLst>
      </pc:sldChg>
      <pc:sldChg chg="addSp delSp modSp add mod ord">
        <pc:chgData name="菊池 祥子" userId="2f8dc684-d797-4923-83b5-e92fa09059e1" providerId="ADAL" clId="{95FE370E-44B1-4E57-AA0B-6153607BC3B6}" dt="2025-05-29T08:41:57.744" v="504" actId="207"/>
        <pc:sldMkLst>
          <pc:docMk/>
          <pc:sldMk cId="1601033480" sldId="745"/>
        </pc:sldMkLst>
      </pc:sldChg>
      <pc:sldChg chg="addSp delSp modSp add mod">
        <pc:chgData name="菊池 祥子" userId="2f8dc684-d797-4923-83b5-e92fa09059e1" providerId="ADAL" clId="{95FE370E-44B1-4E57-AA0B-6153607BC3B6}" dt="2025-05-29T07:54:59.591" v="129" actId="1035"/>
        <pc:sldMkLst>
          <pc:docMk/>
          <pc:sldMk cId="2783990191" sldId="746"/>
        </pc:sldMkLst>
      </pc:sldChg>
      <pc:sldChg chg="addSp delSp modSp new mod">
        <pc:chgData name="菊池 祥子" userId="2f8dc684-d797-4923-83b5-e92fa09059e1" providerId="ADAL" clId="{95FE370E-44B1-4E57-AA0B-6153607BC3B6}" dt="2025-05-29T07:56:14.653" v="141" actId="1036"/>
        <pc:sldMkLst>
          <pc:docMk/>
          <pc:sldMk cId="1069644886" sldId="747"/>
        </pc:sldMkLst>
      </pc:sldChg>
      <pc:sldChg chg="addSp delSp modSp new mod">
        <pc:chgData name="菊池 祥子" userId="2f8dc684-d797-4923-83b5-e92fa09059e1" providerId="ADAL" clId="{95FE370E-44B1-4E57-AA0B-6153607BC3B6}" dt="2025-05-29T07:57:11.024" v="147" actId="1036"/>
        <pc:sldMkLst>
          <pc:docMk/>
          <pc:sldMk cId="1487871179" sldId="748"/>
        </pc:sldMkLst>
      </pc:sldChg>
      <pc:sldChg chg="addSp modSp new mod">
        <pc:chgData name="菊池 祥子" userId="2f8dc684-d797-4923-83b5-e92fa09059e1" providerId="ADAL" clId="{95FE370E-44B1-4E57-AA0B-6153607BC3B6}" dt="2025-05-29T07:58:04.823" v="153"/>
        <pc:sldMkLst>
          <pc:docMk/>
          <pc:sldMk cId="3849023237" sldId="749"/>
        </pc:sldMkLst>
      </pc:sldChg>
      <pc:sldChg chg="addSp delSp modSp new mod">
        <pc:chgData name="菊池 祥子" userId="2f8dc684-d797-4923-83b5-e92fa09059e1" providerId="ADAL" clId="{95FE370E-44B1-4E57-AA0B-6153607BC3B6}" dt="2025-05-29T08:51:38.710" v="505" actId="404"/>
        <pc:sldMkLst>
          <pc:docMk/>
          <pc:sldMk cId="1847513970" sldId="750"/>
        </pc:sldMkLst>
      </pc:sldChg>
      <pc:sldChg chg="new del">
        <pc:chgData name="菊池 祥子" userId="2f8dc684-d797-4923-83b5-e92fa09059e1" providerId="ADAL" clId="{95FE370E-44B1-4E57-AA0B-6153607BC3B6}" dt="2025-05-29T08:02:34.967" v="173" actId="47"/>
        <pc:sldMkLst>
          <pc:docMk/>
          <pc:sldMk cId="1622281214" sldId="751"/>
        </pc:sldMkLst>
      </pc:sldChg>
      <pc:sldChg chg="add del">
        <pc:chgData name="菊池 祥子" userId="2f8dc684-d797-4923-83b5-e92fa09059e1" providerId="ADAL" clId="{95FE370E-44B1-4E57-AA0B-6153607BC3B6}" dt="2025-05-29T08:01:29.895" v="164" actId="47"/>
        <pc:sldMkLst>
          <pc:docMk/>
          <pc:sldMk cId="3570019626" sldId="752"/>
        </pc:sldMkLst>
      </pc:sldChg>
      <pc:sldChg chg="add del">
        <pc:chgData name="菊池 祥子" userId="2f8dc684-d797-4923-83b5-e92fa09059e1" providerId="ADAL" clId="{95FE370E-44B1-4E57-AA0B-6153607BC3B6}" dt="2025-05-29T08:01:31.981" v="165" actId="47"/>
        <pc:sldMkLst>
          <pc:docMk/>
          <pc:sldMk cId="1493855487" sldId="753"/>
        </pc:sldMkLst>
      </pc:sldChg>
      <pc:sldChg chg="addSp delSp modSp new add del mod">
        <pc:chgData name="菊池 祥子" userId="2f8dc684-d797-4923-83b5-e92fa09059e1" providerId="ADAL" clId="{95FE370E-44B1-4E57-AA0B-6153607BC3B6}" dt="2025-05-29T08:36:02.739" v="498" actId="478"/>
        <pc:sldMkLst>
          <pc:docMk/>
          <pc:sldMk cId="2302431400" sldId="754"/>
        </pc:sldMkLst>
      </pc:sldChg>
      <pc:sldChg chg="new del">
        <pc:chgData name="菊池 祥子" userId="2f8dc684-d797-4923-83b5-e92fa09059e1" providerId="ADAL" clId="{95FE370E-44B1-4E57-AA0B-6153607BC3B6}" dt="2025-05-29T08:01:02.620" v="163" actId="680"/>
        <pc:sldMkLst>
          <pc:docMk/>
          <pc:sldMk cId="3369162033" sldId="755"/>
        </pc:sldMkLst>
      </pc:sldChg>
    </pc:docChg>
  </pc:docChgLst>
  <pc:docChgLst>
    <pc:chgData name="宮本 佳旺" userId="S::y.miyamoto@imshd.co.jp::00cc830f-50c0-40dd-a1be-3a2adc38e1fc" providerId="AD" clId="Web-{ECD635C9-6210-BC11-6E3B-8E54C06C3518}"/>
    <pc:docChg chg="addSld modSld sldOrd modSection">
      <pc:chgData name="宮本 佳旺" userId="S::y.miyamoto@imshd.co.jp::00cc830f-50c0-40dd-a1be-3a2adc38e1fc" providerId="AD" clId="Web-{ECD635C9-6210-BC11-6E3B-8E54C06C3518}" dt="2025-05-29T02:26:16.306" v="20" actId="20577"/>
      <pc:docMkLst>
        <pc:docMk/>
      </pc:docMkLst>
      <pc:sldChg chg="addSp modSp add ord replId">
        <pc:chgData name="宮本 佳旺" userId="S::y.miyamoto@imshd.co.jp::00cc830f-50c0-40dd-a1be-3a2adc38e1fc" providerId="AD" clId="Web-{ECD635C9-6210-BC11-6E3B-8E54C06C3518}" dt="2025-05-29T02:25:39.039" v="14" actId="20577"/>
        <pc:sldMkLst>
          <pc:docMk/>
          <pc:sldMk cId="4082673018" sldId="738"/>
        </pc:sldMkLst>
      </pc:sldChg>
      <pc:sldChg chg="addSp delSp modSp add replId">
        <pc:chgData name="宮本 佳旺" userId="S::y.miyamoto@imshd.co.jp::00cc830f-50c0-40dd-a1be-3a2adc38e1fc" providerId="AD" clId="Web-{ECD635C9-6210-BC11-6E3B-8E54C06C3518}" dt="2025-05-29T02:26:16.306" v="20" actId="20577"/>
        <pc:sldMkLst>
          <pc:docMk/>
          <pc:sldMk cId="2648346863" sldId="739"/>
        </pc:sldMkLst>
      </pc:sldChg>
    </pc:docChg>
  </pc:docChgLst>
  <pc:docChgLst>
    <pc:chgData name="中山直樹" userId="cb34acfc-03ef-4fac-869d-a43ba3e39817" providerId="ADAL" clId="{1AAB4195-34F6-4445-B4D5-9A219DEE1B0F}"/>
    <pc:docChg chg="undo custSel modSld">
      <pc:chgData name="中山直樹" userId="cb34acfc-03ef-4fac-869d-a43ba3e39817" providerId="ADAL" clId="{1AAB4195-34F6-4445-B4D5-9A219DEE1B0F}" dt="2025-06-26T11:25:21.139" v="415" actId="403"/>
      <pc:docMkLst>
        <pc:docMk/>
      </pc:docMkLst>
      <pc:sldChg chg="modSp mod">
        <pc:chgData name="中山直樹" userId="cb34acfc-03ef-4fac-869d-a43ba3e39817" providerId="ADAL" clId="{1AAB4195-34F6-4445-B4D5-9A219DEE1B0F}" dt="2025-06-26T11:25:21.139" v="415" actId="403"/>
        <pc:sldMkLst>
          <pc:docMk/>
          <pc:sldMk cId="169760918" sldId="808"/>
        </pc:sldMkLst>
      </pc:sldChg>
    </pc:docChg>
  </pc:docChgLst>
  <pc:docChgLst>
    <pc:chgData name="髙橋 慎" userId="364331eb-d89e-4a4a-b6cd-2fd2ca3ecf37" providerId="ADAL" clId="{A210135D-BDCB-4615-A385-B1CD04DD6AB8}"/>
    <pc:docChg chg="custSel addSld delSld modSld sldOrd modSection">
      <pc:chgData name="髙橋 慎" userId="364331eb-d89e-4a4a-b6cd-2fd2ca3ecf37" providerId="ADAL" clId="{A210135D-BDCB-4615-A385-B1CD04DD6AB8}" dt="2025-09-25T03:55:46.144" v="238" actId="179"/>
      <pc:docMkLst>
        <pc:docMk/>
      </pc:docMkLst>
      <pc:sldChg chg="modSp mod">
        <pc:chgData name="髙橋 慎" userId="364331eb-d89e-4a4a-b6cd-2fd2ca3ecf37" providerId="ADAL" clId="{A210135D-BDCB-4615-A385-B1CD04DD6AB8}" dt="2025-09-24T23:58:55.504" v="8" actId="20577"/>
        <pc:sldMkLst>
          <pc:docMk/>
          <pc:sldMk cId="1373217911" sldId="2147483631"/>
        </pc:sldMkLst>
      </pc:sldChg>
      <pc:sldChg chg="del">
        <pc:chgData name="髙橋 慎" userId="364331eb-d89e-4a4a-b6cd-2fd2ca3ecf37" providerId="ADAL" clId="{A210135D-BDCB-4615-A385-B1CD04DD6AB8}" dt="2025-09-25T03:33:33.573" v="224" actId="47"/>
        <pc:sldMkLst>
          <pc:docMk/>
          <pc:sldMk cId="198738071" sldId="2147483633"/>
        </pc:sldMkLst>
      </pc:sldChg>
      <pc:sldChg chg="addSp delSp modSp add del mod ord">
        <pc:chgData name="髙橋 慎" userId="364331eb-d89e-4a4a-b6cd-2fd2ca3ecf37" providerId="ADAL" clId="{A210135D-BDCB-4615-A385-B1CD04DD6AB8}" dt="2025-09-25T03:33:33.573" v="224" actId="47"/>
        <pc:sldMkLst>
          <pc:docMk/>
          <pc:sldMk cId="216598592" sldId="2147483640"/>
        </pc:sldMkLst>
      </pc:sldChg>
      <pc:sldChg chg="modSp add mod">
        <pc:chgData name="髙橋 慎" userId="364331eb-d89e-4a4a-b6cd-2fd2ca3ecf37" providerId="ADAL" clId="{A210135D-BDCB-4615-A385-B1CD04DD6AB8}" dt="2025-09-25T03:55:46.144" v="238" actId="179"/>
        <pc:sldMkLst>
          <pc:docMk/>
          <pc:sldMk cId="2554101395" sldId="2147483642"/>
        </pc:sldMkLst>
      </pc:sldChg>
    </pc:docChg>
  </pc:docChgLst>
  <pc:docChgLst>
    <pc:chgData name="伊藤 隆司" userId="a68c4c7d-a3fb-4c7e-aecf-9e662a819108" providerId="ADAL" clId="{E7276A86-E8AE-420C-B639-A5FE7892C7F1}"/>
    <pc:docChg chg="undo custSel addSld delSld modSld delMainMaster addSection modSection">
      <pc:chgData name="伊藤 隆司" userId="a68c4c7d-a3fb-4c7e-aecf-9e662a819108" providerId="ADAL" clId="{E7276A86-E8AE-420C-B639-A5FE7892C7F1}" dt="2025-09-26T07:17:42.633" v="3330" actId="1036"/>
      <pc:docMkLst>
        <pc:docMk/>
      </pc:docMkLst>
      <pc:sldChg chg="del">
        <pc:chgData name="伊藤 隆司" userId="a68c4c7d-a3fb-4c7e-aecf-9e662a819108" providerId="ADAL" clId="{E7276A86-E8AE-420C-B639-A5FE7892C7F1}" dt="2025-09-15T05:32:54.622" v="8" actId="2696"/>
        <pc:sldMkLst>
          <pc:docMk/>
          <pc:sldMk cId="3537944527" sldId="256"/>
        </pc:sldMkLst>
      </pc:sldChg>
      <pc:sldChg chg="del">
        <pc:chgData name="伊藤 隆司" userId="a68c4c7d-a3fb-4c7e-aecf-9e662a819108" providerId="ADAL" clId="{E7276A86-E8AE-420C-B639-A5FE7892C7F1}" dt="2025-09-15T05:32:54.622" v="8" actId="2696"/>
        <pc:sldMkLst>
          <pc:docMk/>
          <pc:sldMk cId="2044795182" sldId="258"/>
        </pc:sldMkLst>
      </pc:sldChg>
      <pc:sldChg chg="modSp mod">
        <pc:chgData name="伊藤 隆司" userId="a68c4c7d-a3fb-4c7e-aecf-9e662a819108" providerId="ADAL" clId="{E7276A86-E8AE-420C-B639-A5FE7892C7F1}" dt="2025-09-15T05:32:40.133" v="7" actId="20577"/>
        <pc:sldMkLst>
          <pc:docMk/>
          <pc:sldMk cId="70759721" sldId="688"/>
        </pc:sldMkLst>
      </pc:sldChg>
      <pc:sldChg chg="modSp mod">
        <pc:chgData name="伊藤 隆司" userId="a68c4c7d-a3fb-4c7e-aecf-9e662a819108" providerId="ADAL" clId="{E7276A86-E8AE-420C-B639-A5FE7892C7F1}" dt="2025-09-15T05:35:32.766" v="319" actId="1036"/>
        <pc:sldMkLst>
          <pc:docMk/>
          <pc:sldMk cId="5111407" sldId="689"/>
        </pc:sldMkLst>
      </pc:sldChg>
      <pc:sldChg chg="del">
        <pc:chgData name="伊藤 隆司" userId="a68c4c7d-a3fb-4c7e-aecf-9e662a819108" providerId="ADAL" clId="{E7276A86-E8AE-420C-B639-A5FE7892C7F1}" dt="2025-09-15T05:32:54.622" v="8" actId="2696"/>
        <pc:sldMkLst>
          <pc:docMk/>
          <pc:sldMk cId="293693885" sldId="2147483605"/>
        </pc:sldMkLst>
      </pc:sldChg>
      <pc:sldChg chg="modSp mod">
        <pc:chgData name="伊藤 隆司" userId="a68c4c7d-a3fb-4c7e-aecf-9e662a819108" providerId="ADAL" clId="{E7276A86-E8AE-420C-B639-A5FE7892C7F1}" dt="2025-09-15T05:49:22.057" v="1059" actId="1076"/>
        <pc:sldMkLst>
          <pc:docMk/>
          <pc:sldMk cId="724836009" sldId="2147483628"/>
        </pc:sldMkLst>
      </pc:sldChg>
      <pc:sldChg chg="addSp delSp modSp add mod">
        <pc:chgData name="伊藤 隆司" userId="a68c4c7d-a3fb-4c7e-aecf-9e662a819108" providerId="ADAL" clId="{E7276A86-E8AE-420C-B639-A5FE7892C7F1}" dt="2025-09-15T06:04:53.956" v="2184"/>
        <pc:sldMkLst>
          <pc:docMk/>
          <pc:sldMk cId="1099320785" sldId="2147483630"/>
        </pc:sldMkLst>
      </pc:sldChg>
      <pc:sldChg chg="add del">
        <pc:chgData name="伊藤 隆司" userId="a68c4c7d-a3fb-4c7e-aecf-9e662a819108" providerId="ADAL" clId="{E7276A86-E8AE-420C-B639-A5FE7892C7F1}" dt="2025-09-15T05:36:56.308" v="321"/>
        <pc:sldMkLst>
          <pc:docMk/>
          <pc:sldMk cId="2052219953" sldId="2147483630"/>
        </pc:sldMkLst>
      </pc:sldChg>
      <pc:sldChg chg="addSp delSp modSp add mod">
        <pc:chgData name="伊藤 隆司" userId="a68c4c7d-a3fb-4c7e-aecf-9e662a819108" providerId="ADAL" clId="{E7276A86-E8AE-420C-B639-A5FE7892C7F1}" dt="2025-09-26T07:17:42.633" v="3330" actId="1036"/>
        <pc:sldMkLst>
          <pc:docMk/>
          <pc:sldMk cId="1373217911" sldId="2147483631"/>
        </pc:sldMkLst>
      </pc:sldChg>
      <pc:sldChg chg="addSp modSp add mod">
        <pc:chgData name="伊藤 隆司" userId="a68c4c7d-a3fb-4c7e-aecf-9e662a819108" providerId="ADAL" clId="{E7276A86-E8AE-420C-B639-A5FE7892C7F1}" dt="2025-09-15T06:01:41.711" v="1740"/>
        <pc:sldMkLst>
          <pc:docMk/>
          <pc:sldMk cId="2599100631" sldId="2147483632"/>
        </pc:sldMkLst>
      </pc:sldChg>
      <pc:sldChg chg="addSp modSp add mod">
        <pc:chgData name="伊藤 隆司" userId="a68c4c7d-a3fb-4c7e-aecf-9e662a819108" providerId="ADAL" clId="{E7276A86-E8AE-420C-B639-A5FE7892C7F1}" dt="2025-09-15T06:01:42.780" v="1741"/>
        <pc:sldMkLst>
          <pc:docMk/>
          <pc:sldMk cId="198738071" sldId="2147483633"/>
        </pc:sldMkLst>
      </pc:sldChg>
      <pc:sldChg chg="addSp delSp modSp add mod">
        <pc:chgData name="伊藤 隆司" userId="a68c4c7d-a3fb-4c7e-aecf-9e662a819108" providerId="ADAL" clId="{E7276A86-E8AE-420C-B639-A5FE7892C7F1}" dt="2025-09-15T06:14:38.174" v="3313" actId="20577"/>
        <pc:sldMkLst>
          <pc:docMk/>
          <pc:sldMk cId="1152008005" sldId="2147483634"/>
        </pc:sldMkLst>
      </pc:sldChg>
      <pc:sldChg chg="modSp mod">
        <pc:chgData name="伊藤 隆司" userId="a68c4c7d-a3fb-4c7e-aecf-9e662a819108" providerId="ADAL" clId="{E7276A86-E8AE-420C-B639-A5FE7892C7F1}" dt="2025-09-26T07:15:49.391" v="3319" actId="1076"/>
        <pc:sldMkLst>
          <pc:docMk/>
          <pc:sldMk cId="3791766434" sldId="2147483635"/>
        </pc:sldMkLst>
      </pc:sldChg>
      <pc:sldMasterChg chg="del delSldLayout">
        <pc:chgData name="伊藤 隆司" userId="a68c4c7d-a3fb-4c7e-aecf-9e662a819108" providerId="ADAL" clId="{E7276A86-E8AE-420C-B639-A5FE7892C7F1}" dt="2025-09-15T05:32:54.622" v="8" actId="2696"/>
        <pc:sldMasterMkLst>
          <pc:docMk/>
          <pc:sldMasterMk cId="3729044542" sldId="2147483659"/>
        </pc:sldMasterMkLst>
        <pc:sldLayoutChg chg="del">
          <pc:chgData name="伊藤 隆司" userId="a68c4c7d-a3fb-4c7e-aecf-9e662a819108" providerId="ADAL" clId="{E7276A86-E8AE-420C-B639-A5FE7892C7F1}" dt="2025-09-15T05:32:54.622" v="8" actId="2696"/>
          <pc:sldLayoutMkLst>
            <pc:docMk/>
            <pc:sldMasterMk cId="3729044542" sldId="2147483659"/>
            <pc:sldLayoutMk cId="1036309623" sldId="2147483660"/>
          </pc:sldLayoutMkLst>
        </pc:sldLayoutChg>
        <pc:sldLayoutChg chg="del">
          <pc:chgData name="伊藤 隆司" userId="a68c4c7d-a3fb-4c7e-aecf-9e662a819108" providerId="ADAL" clId="{E7276A86-E8AE-420C-B639-A5FE7892C7F1}" dt="2025-09-15T05:32:54.622" v="8" actId="2696"/>
          <pc:sldLayoutMkLst>
            <pc:docMk/>
            <pc:sldMasterMk cId="3729044542" sldId="2147483659"/>
            <pc:sldLayoutMk cId="314532003" sldId="2147483661"/>
          </pc:sldLayoutMkLst>
        </pc:sldLayoutChg>
        <pc:sldLayoutChg chg="del">
          <pc:chgData name="伊藤 隆司" userId="a68c4c7d-a3fb-4c7e-aecf-9e662a819108" providerId="ADAL" clId="{E7276A86-E8AE-420C-B639-A5FE7892C7F1}" dt="2025-09-15T05:32:54.622" v="8" actId="2696"/>
          <pc:sldLayoutMkLst>
            <pc:docMk/>
            <pc:sldMasterMk cId="3729044542" sldId="2147483659"/>
            <pc:sldLayoutMk cId="2874875185" sldId="2147483662"/>
          </pc:sldLayoutMkLst>
        </pc:sldLayoutChg>
        <pc:sldLayoutChg chg="del">
          <pc:chgData name="伊藤 隆司" userId="a68c4c7d-a3fb-4c7e-aecf-9e662a819108" providerId="ADAL" clId="{E7276A86-E8AE-420C-B639-A5FE7892C7F1}" dt="2025-09-15T05:32:54.622" v="8" actId="2696"/>
          <pc:sldLayoutMkLst>
            <pc:docMk/>
            <pc:sldMasterMk cId="3729044542" sldId="2147483659"/>
            <pc:sldLayoutMk cId="765168948" sldId="2147483663"/>
          </pc:sldLayoutMkLst>
        </pc:sldLayoutChg>
        <pc:sldLayoutChg chg="del">
          <pc:chgData name="伊藤 隆司" userId="a68c4c7d-a3fb-4c7e-aecf-9e662a819108" providerId="ADAL" clId="{E7276A86-E8AE-420C-B639-A5FE7892C7F1}" dt="2025-09-15T05:32:54.622" v="8" actId="2696"/>
          <pc:sldLayoutMkLst>
            <pc:docMk/>
            <pc:sldMasterMk cId="3729044542" sldId="2147483659"/>
            <pc:sldLayoutMk cId="3947673559" sldId="2147483664"/>
          </pc:sldLayoutMkLst>
        </pc:sldLayoutChg>
        <pc:sldLayoutChg chg="del">
          <pc:chgData name="伊藤 隆司" userId="a68c4c7d-a3fb-4c7e-aecf-9e662a819108" providerId="ADAL" clId="{E7276A86-E8AE-420C-B639-A5FE7892C7F1}" dt="2025-09-15T05:32:54.622" v="8" actId="2696"/>
          <pc:sldLayoutMkLst>
            <pc:docMk/>
            <pc:sldMasterMk cId="3729044542" sldId="2147483659"/>
            <pc:sldLayoutMk cId="3838329812" sldId="2147483665"/>
          </pc:sldLayoutMkLst>
        </pc:sldLayoutChg>
        <pc:sldLayoutChg chg="del">
          <pc:chgData name="伊藤 隆司" userId="a68c4c7d-a3fb-4c7e-aecf-9e662a819108" providerId="ADAL" clId="{E7276A86-E8AE-420C-B639-A5FE7892C7F1}" dt="2025-09-15T05:32:54.622" v="8" actId="2696"/>
          <pc:sldLayoutMkLst>
            <pc:docMk/>
            <pc:sldMasterMk cId="3729044542" sldId="2147483659"/>
            <pc:sldLayoutMk cId="68451580" sldId="2147483666"/>
          </pc:sldLayoutMkLst>
        </pc:sldLayoutChg>
        <pc:sldLayoutChg chg="del">
          <pc:chgData name="伊藤 隆司" userId="a68c4c7d-a3fb-4c7e-aecf-9e662a819108" providerId="ADAL" clId="{E7276A86-E8AE-420C-B639-A5FE7892C7F1}" dt="2025-09-15T05:32:54.622" v="8" actId="2696"/>
          <pc:sldLayoutMkLst>
            <pc:docMk/>
            <pc:sldMasterMk cId="3729044542" sldId="2147483659"/>
            <pc:sldLayoutMk cId="764855217" sldId="2147483667"/>
          </pc:sldLayoutMkLst>
        </pc:sldLayoutChg>
        <pc:sldLayoutChg chg="del">
          <pc:chgData name="伊藤 隆司" userId="a68c4c7d-a3fb-4c7e-aecf-9e662a819108" providerId="ADAL" clId="{E7276A86-E8AE-420C-B639-A5FE7892C7F1}" dt="2025-09-15T05:32:54.622" v="8" actId="2696"/>
          <pc:sldLayoutMkLst>
            <pc:docMk/>
            <pc:sldMasterMk cId="3729044542" sldId="2147483659"/>
            <pc:sldLayoutMk cId="863791406" sldId="2147483668"/>
          </pc:sldLayoutMkLst>
        </pc:sldLayoutChg>
        <pc:sldLayoutChg chg="del">
          <pc:chgData name="伊藤 隆司" userId="a68c4c7d-a3fb-4c7e-aecf-9e662a819108" providerId="ADAL" clId="{E7276A86-E8AE-420C-B639-A5FE7892C7F1}" dt="2025-09-15T05:32:54.622" v="8" actId="2696"/>
          <pc:sldLayoutMkLst>
            <pc:docMk/>
            <pc:sldMasterMk cId="3729044542" sldId="2147483659"/>
            <pc:sldLayoutMk cId="2063305439" sldId="2147483669"/>
          </pc:sldLayoutMkLst>
        </pc:sldLayoutChg>
        <pc:sldLayoutChg chg="del">
          <pc:chgData name="伊藤 隆司" userId="a68c4c7d-a3fb-4c7e-aecf-9e662a819108" providerId="ADAL" clId="{E7276A86-E8AE-420C-B639-A5FE7892C7F1}" dt="2025-09-15T05:32:54.622" v="8" actId="2696"/>
          <pc:sldLayoutMkLst>
            <pc:docMk/>
            <pc:sldMasterMk cId="3729044542" sldId="2147483659"/>
            <pc:sldLayoutMk cId="106461977" sldId="2147483670"/>
          </pc:sldLayoutMkLst>
        </pc:sldLayoutChg>
      </pc:sldMasterChg>
    </pc:docChg>
  </pc:docChgLst>
  <pc:docChgLst>
    <pc:chgData name="山本 和佳" userId="8e708d26-7c0a-4cac-a087-572906ea3f1a" providerId="ADAL" clId="{11ED1020-7BA0-41D0-8CFD-27430914B100}"/>
    <pc:docChg chg="undo redo custSel addSld delSld modSld sldOrd modSection">
      <pc:chgData name="山本 和佳" userId="8e708d26-7c0a-4cac-a087-572906ea3f1a" providerId="ADAL" clId="{11ED1020-7BA0-41D0-8CFD-27430914B100}" dt="2025-05-29T05:43:22.873" v="963" actId="165"/>
      <pc:docMkLst>
        <pc:docMk/>
      </pc:docMkLst>
      <pc:sldChg chg="modSp add mod ord">
        <pc:chgData name="山本 和佳" userId="8e708d26-7c0a-4cac-a087-572906ea3f1a" providerId="ADAL" clId="{11ED1020-7BA0-41D0-8CFD-27430914B100}" dt="2025-05-29T05:40:27.871" v="958" actId="20577"/>
        <pc:sldMkLst>
          <pc:docMk/>
          <pc:sldMk cId="2320182671" sldId="715"/>
        </pc:sldMkLst>
      </pc:sldChg>
      <pc:sldChg chg="modSp add mod ord">
        <pc:chgData name="山本 和佳" userId="8e708d26-7c0a-4cac-a087-572906ea3f1a" providerId="ADAL" clId="{11ED1020-7BA0-41D0-8CFD-27430914B100}" dt="2025-05-29T01:26:54.718" v="7"/>
        <pc:sldMkLst>
          <pc:docMk/>
          <pc:sldMk cId="1194849459" sldId="730"/>
        </pc:sldMkLst>
      </pc:sldChg>
      <pc:sldChg chg="addSp delSp modSp add mod ord">
        <pc:chgData name="山本 和佳" userId="8e708d26-7c0a-4cac-a087-572906ea3f1a" providerId="ADAL" clId="{11ED1020-7BA0-41D0-8CFD-27430914B100}" dt="2025-05-29T05:43:22.873" v="963" actId="165"/>
        <pc:sldMkLst>
          <pc:docMk/>
          <pc:sldMk cId="109561437" sldId="731"/>
        </pc:sldMkLst>
      </pc:sldChg>
      <pc:sldChg chg="add del">
        <pc:chgData name="山本 和佳" userId="8e708d26-7c0a-4cac-a087-572906ea3f1a" providerId="ADAL" clId="{11ED1020-7BA0-41D0-8CFD-27430914B100}" dt="2025-05-29T01:29:55.932" v="94" actId="47"/>
        <pc:sldMkLst>
          <pc:docMk/>
          <pc:sldMk cId="1076481725" sldId="732"/>
        </pc:sldMkLst>
      </pc:sldChg>
      <pc:sldChg chg="addSp delSp modSp add mod">
        <pc:chgData name="山本 和佳" userId="8e708d26-7c0a-4cac-a087-572906ea3f1a" providerId="ADAL" clId="{11ED1020-7BA0-41D0-8CFD-27430914B100}" dt="2025-05-29T05:36:21.459" v="851" actId="1035"/>
        <pc:sldMkLst>
          <pc:docMk/>
          <pc:sldMk cId="1729346696" sldId="740"/>
        </pc:sldMkLst>
      </pc:sldChg>
      <pc:sldChg chg="addSp delSp modSp add mod">
        <pc:chgData name="山本 和佳" userId="8e708d26-7c0a-4cac-a087-572906ea3f1a" providerId="ADAL" clId="{11ED1020-7BA0-41D0-8CFD-27430914B100}" dt="2025-05-29T05:37:32.465" v="871" actId="1036"/>
        <pc:sldMkLst>
          <pc:docMk/>
          <pc:sldMk cId="1008162744" sldId="741"/>
        </pc:sldMkLst>
      </pc:sldChg>
    </pc:docChg>
  </pc:docChgLst>
  <pc:docChgLst>
    <pc:chgData name="和田 師也" userId="0a0e7120-b3b3-426a-8add-885529f4297f" providerId="ADAL" clId="{9C8ABE58-28D5-456E-827C-8AAD50F75AA1}"/>
    <pc:docChg chg="addSld delSld modSld">
      <pc:chgData name="和田 師也" userId="0a0e7120-b3b3-426a-8add-885529f4297f" providerId="ADAL" clId="{9C8ABE58-28D5-456E-827C-8AAD50F75AA1}" dt="2025-06-26T10:10:24.335" v="2"/>
      <pc:docMkLst>
        <pc:docMk/>
      </pc:docMkLst>
      <pc:sldChg chg="add del">
        <pc:chgData name="和田 師也" userId="0a0e7120-b3b3-426a-8add-885529f4297f" providerId="ADAL" clId="{9C8ABE58-28D5-456E-827C-8AAD50F75AA1}" dt="2025-06-26T10:10:24.335" v="2"/>
        <pc:sldMkLst>
          <pc:docMk/>
          <pc:sldMk cId="317003254" sldId="257"/>
        </pc:sldMkLst>
      </pc:sldChg>
      <pc:sldChg chg="add del">
        <pc:chgData name="和田 師也" userId="0a0e7120-b3b3-426a-8add-885529f4297f" providerId="ADAL" clId="{9C8ABE58-28D5-456E-827C-8AAD50F75AA1}" dt="2025-06-26T10:10:24.335" v="2"/>
        <pc:sldMkLst>
          <pc:docMk/>
          <pc:sldMk cId="353603290" sldId="273"/>
        </pc:sldMkLst>
      </pc:sldChg>
      <pc:sldChg chg="add del">
        <pc:chgData name="和田 師也" userId="0a0e7120-b3b3-426a-8add-885529f4297f" providerId="ADAL" clId="{9C8ABE58-28D5-456E-827C-8AAD50F75AA1}" dt="2025-06-26T10:10:24.335" v="2"/>
        <pc:sldMkLst>
          <pc:docMk/>
          <pc:sldMk cId="4179445227" sldId="280"/>
        </pc:sldMkLst>
      </pc:sldChg>
      <pc:sldChg chg="add del">
        <pc:chgData name="和田 師也" userId="0a0e7120-b3b3-426a-8add-885529f4297f" providerId="ADAL" clId="{9C8ABE58-28D5-456E-827C-8AAD50F75AA1}" dt="2025-06-26T10:10:24.335" v="2"/>
        <pc:sldMkLst>
          <pc:docMk/>
          <pc:sldMk cId="3642591305" sldId="287"/>
        </pc:sldMkLst>
      </pc:sldChg>
      <pc:sldChg chg="add del">
        <pc:chgData name="和田 師也" userId="0a0e7120-b3b3-426a-8add-885529f4297f" providerId="ADAL" clId="{9C8ABE58-28D5-456E-827C-8AAD50F75AA1}" dt="2025-06-26T10:10:24.335" v="2"/>
        <pc:sldMkLst>
          <pc:docMk/>
          <pc:sldMk cId="3726461761" sldId="288"/>
        </pc:sldMkLst>
      </pc:sldChg>
    </pc:docChg>
  </pc:docChgLst>
  <pc:docChgLst>
    <pc:chgData name="和田 師也" userId="0a0e7120-b3b3-426a-8add-885529f4297f" providerId="ADAL" clId="{8EB45AF6-A670-4671-A2B0-C5A3600AA689}"/>
    <pc:docChg chg="addSld delSld modSld modSection">
      <pc:chgData name="和田 師也" userId="0a0e7120-b3b3-426a-8add-885529f4297f" providerId="ADAL" clId="{8EB45AF6-A670-4671-A2B0-C5A3600AA689}" dt="2025-08-26T06:25:33.467" v="37" actId="207"/>
      <pc:docMkLst>
        <pc:docMk/>
      </pc:docMkLst>
      <pc:sldChg chg="del">
        <pc:chgData name="和田 師也" userId="0a0e7120-b3b3-426a-8add-885529f4297f" providerId="ADAL" clId="{8EB45AF6-A670-4671-A2B0-C5A3600AA689}" dt="2025-08-26T06:25:02.920" v="10" actId="47"/>
        <pc:sldMkLst>
          <pc:docMk/>
          <pc:sldMk cId="317003254" sldId="257"/>
        </pc:sldMkLst>
      </pc:sldChg>
      <pc:sldChg chg="del">
        <pc:chgData name="和田 師也" userId="0a0e7120-b3b3-426a-8add-885529f4297f" providerId="ADAL" clId="{8EB45AF6-A670-4671-A2B0-C5A3600AA689}" dt="2025-08-26T06:23:35.633" v="4" actId="47"/>
        <pc:sldMkLst>
          <pc:docMk/>
          <pc:sldMk cId="307621638" sldId="811"/>
        </pc:sldMkLst>
      </pc:sldChg>
      <pc:sldChg chg="del">
        <pc:chgData name="和田 師也" userId="0a0e7120-b3b3-426a-8add-885529f4297f" providerId="ADAL" clId="{8EB45AF6-A670-4671-A2B0-C5A3600AA689}" dt="2025-08-26T06:23:29.928" v="2" actId="47"/>
        <pc:sldMkLst>
          <pc:docMk/>
          <pc:sldMk cId="166512254" sldId="813"/>
        </pc:sldMkLst>
      </pc:sldChg>
      <pc:sldChg chg="del">
        <pc:chgData name="和田 師也" userId="0a0e7120-b3b3-426a-8add-885529f4297f" providerId="ADAL" clId="{8EB45AF6-A670-4671-A2B0-C5A3600AA689}" dt="2025-08-26T06:23:27.636" v="1" actId="47"/>
        <pc:sldMkLst>
          <pc:docMk/>
          <pc:sldMk cId="1289936405" sldId="815"/>
        </pc:sldMkLst>
      </pc:sldChg>
      <pc:sldChg chg="del">
        <pc:chgData name="和田 師也" userId="0a0e7120-b3b3-426a-8add-885529f4297f" providerId="ADAL" clId="{8EB45AF6-A670-4671-A2B0-C5A3600AA689}" dt="2025-08-26T06:23:31.633" v="3" actId="47"/>
        <pc:sldMkLst>
          <pc:docMk/>
          <pc:sldMk cId="1064492662" sldId="816"/>
        </pc:sldMkLst>
      </pc:sldChg>
      <pc:sldChg chg="modSp add">
        <pc:chgData name="和田 師也" userId="0a0e7120-b3b3-426a-8add-885529f4297f" providerId="ADAL" clId="{8EB45AF6-A670-4671-A2B0-C5A3600AA689}" dt="2025-08-26T06:23:59.379" v="6" actId="1076"/>
        <pc:sldMkLst>
          <pc:docMk/>
          <pc:sldMk cId="2635198621" sldId="817"/>
        </pc:sldMkLst>
      </pc:sldChg>
      <pc:sldChg chg="modSp add mod">
        <pc:chgData name="和田 師也" userId="0a0e7120-b3b3-426a-8add-885529f4297f" providerId="ADAL" clId="{8EB45AF6-A670-4671-A2B0-C5A3600AA689}" dt="2025-08-26T06:25:20.609" v="36"/>
        <pc:sldMkLst>
          <pc:docMk/>
          <pc:sldMk cId="2898556522" sldId="2147483626"/>
        </pc:sldMkLst>
      </pc:sldChg>
      <pc:sldChg chg="modSp add mod">
        <pc:chgData name="和田 師也" userId="0a0e7120-b3b3-426a-8add-885529f4297f" providerId="ADAL" clId="{8EB45AF6-A670-4671-A2B0-C5A3600AA689}" dt="2025-08-26T06:25:33.467" v="37" actId="207"/>
        <pc:sldMkLst>
          <pc:docMk/>
          <pc:sldMk cId="4233553636" sldId="2147483627"/>
        </pc:sldMkLst>
      </pc:sldChg>
      <pc:sldChg chg="modSp add mod">
        <pc:chgData name="和田 師也" userId="0a0e7120-b3b3-426a-8add-885529f4297f" providerId="ADAL" clId="{8EB45AF6-A670-4671-A2B0-C5A3600AA689}" dt="2025-08-26T06:23:47.868" v="5" actId="207"/>
        <pc:sldMkLst>
          <pc:docMk/>
          <pc:sldMk cId="724836009" sldId="2147483628"/>
        </pc:sldMkLst>
      </pc:sldChg>
      <pc:sldChg chg="modSp add mod">
        <pc:chgData name="和田 師也" userId="0a0e7120-b3b3-426a-8add-885529f4297f" providerId="ADAL" clId="{8EB45AF6-A670-4671-A2B0-C5A3600AA689}" dt="2025-08-26T06:24:39.979" v="9" actId="207"/>
        <pc:sldMkLst>
          <pc:docMk/>
          <pc:sldMk cId="2489788318" sldId="2147483629"/>
        </pc:sldMkLst>
      </pc:sldChg>
    </pc:docChg>
  </pc:docChgLst>
  <pc:docChgLst>
    <pc:chgData name="西田 武司" userId="db8b0974-6352-4b70-93c5-9795228ae1bb" providerId="ADAL" clId="{F978DB3F-57B3-4011-B597-6FD4CB2389F0}"/>
    <pc:docChg chg="undo redo custSel addSld modSld sldOrd">
      <pc:chgData name="西田 武司" userId="db8b0974-6352-4b70-93c5-9795228ae1bb" providerId="ADAL" clId="{F978DB3F-57B3-4011-B597-6FD4CB2389F0}" dt="2025-09-25T07:00:46.688" v="11549" actId="571"/>
      <pc:docMkLst>
        <pc:docMk/>
      </pc:docMkLst>
      <pc:sldChg chg="addSp delSp modSp mod">
        <pc:chgData name="西田 武司" userId="db8b0974-6352-4b70-93c5-9795228ae1bb" providerId="ADAL" clId="{F978DB3F-57B3-4011-B597-6FD4CB2389F0}" dt="2025-09-25T07:00:28.323" v="11541" actId="571"/>
        <pc:sldMkLst>
          <pc:docMk/>
          <pc:sldMk cId="1373217911" sldId="2147483631"/>
        </pc:sldMkLst>
      </pc:sldChg>
      <pc:sldChg chg="addSp delSp modSp add mod ord">
        <pc:chgData name="西田 武司" userId="db8b0974-6352-4b70-93c5-9795228ae1bb" providerId="ADAL" clId="{F978DB3F-57B3-4011-B597-6FD4CB2389F0}" dt="2025-09-25T07:00:46.688" v="11549" actId="571"/>
        <pc:sldMkLst>
          <pc:docMk/>
          <pc:sldMk cId="3791766434" sldId="2147483635"/>
        </pc:sldMkLst>
      </pc:sldChg>
    </pc:docChg>
  </pc:docChgLst>
  <pc:docChgLst>
    <pc:chgData name="菊池 祥子" userId="2f8dc684-d797-4923-83b5-e92fa09059e1" providerId="ADAL" clId="{1B8C58D6-40E8-4316-B56B-DDC61B132D36}"/>
    <pc:docChg chg="undo custSel modSld">
      <pc:chgData name="菊池 祥子" userId="2f8dc684-d797-4923-83b5-e92fa09059e1" providerId="ADAL" clId="{1B8C58D6-40E8-4316-B56B-DDC61B132D36}" dt="2025-09-25T11:08:28.593" v="162"/>
      <pc:docMkLst>
        <pc:docMk/>
      </pc:docMkLst>
      <pc:sldChg chg="modSp mod">
        <pc:chgData name="菊池 祥子" userId="2f8dc684-d797-4923-83b5-e92fa09059e1" providerId="ADAL" clId="{1B8C58D6-40E8-4316-B56B-DDC61B132D36}" dt="2025-09-25T11:05:43.057" v="45" actId="20577"/>
        <pc:sldMkLst>
          <pc:docMk/>
          <pc:sldMk cId="2599100631" sldId="2147483632"/>
        </pc:sldMkLst>
      </pc:sldChg>
      <pc:sldChg chg="mod modShow">
        <pc:chgData name="菊池 祥子" userId="2f8dc684-d797-4923-83b5-e92fa09059e1" providerId="ADAL" clId="{1B8C58D6-40E8-4316-B56B-DDC61B132D36}" dt="2025-09-25T11:03:44.280" v="0" actId="729"/>
        <pc:sldMkLst>
          <pc:docMk/>
          <pc:sldMk cId="3791766434" sldId="2147483635"/>
        </pc:sldMkLst>
      </pc:sldChg>
      <pc:sldChg chg="modSp mod">
        <pc:chgData name="菊池 祥子" userId="2f8dc684-d797-4923-83b5-e92fa09059e1" providerId="ADAL" clId="{1B8C58D6-40E8-4316-B56B-DDC61B132D36}" dt="2025-09-25T11:04:32.765" v="41" actId="20577"/>
        <pc:sldMkLst>
          <pc:docMk/>
          <pc:sldMk cId="4089539117" sldId="2147483636"/>
        </pc:sldMkLst>
      </pc:sldChg>
      <pc:sldChg chg="addSp modSp mod">
        <pc:chgData name="菊池 祥子" userId="2f8dc684-d797-4923-83b5-e92fa09059e1" providerId="ADAL" clId="{1B8C58D6-40E8-4316-B56B-DDC61B132D36}" dt="2025-09-25T11:08:28.593" v="162"/>
        <pc:sldMkLst>
          <pc:docMk/>
          <pc:sldMk cId="953363911" sldId="2147483637"/>
        </pc:sldMkLst>
      </pc:sldChg>
    </pc:docChg>
  </pc:docChgLst>
  <pc:docChgLst>
    <pc:chgData name="大道 涼佑" userId="74b43616-6616-4fb2-bfbb-88ddd5778621" providerId="ADAL" clId="{A87ADCC6-A66B-4B56-BAA5-3EB2ACE8C313}"/>
    <pc:docChg chg="addSld modSld">
      <pc:chgData name="大道 涼佑" userId="74b43616-6616-4fb2-bfbb-88ddd5778621" providerId="ADAL" clId="{A87ADCC6-A66B-4B56-BAA5-3EB2ACE8C313}" dt="2025-07-25T09:42:14.787" v="0"/>
      <pc:docMkLst>
        <pc:docMk/>
      </pc:docMkLst>
      <pc:sldChg chg="add">
        <pc:chgData name="大道 涼佑" userId="74b43616-6616-4fb2-bfbb-88ddd5778621" providerId="ADAL" clId="{A87ADCC6-A66B-4B56-BAA5-3EB2ACE8C313}" dt="2025-07-25T09:42:14.787" v="0"/>
        <pc:sldMkLst>
          <pc:docMk/>
          <pc:sldMk cId="1061220483" sldId="2147483606"/>
        </pc:sldMkLst>
      </pc:sldChg>
      <pc:sldChg chg="add">
        <pc:chgData name="大道 涼佑" userId="74b43616-6616-4fb2-bfbb-88ddd5778621" providerId="ADAL" clId="{A87ADCC6-A66B-4B56-BAA5-3EB2ACE8C313}" dt="2025-07-25T09:42:14.787" v="0"/>
        <pc:sldMkLst>
          <pc:docMk/>
          <pc:sldMk cId="2735786606" sldId="2147483607"/>
        </pc:sldMkLst>
      </pc:sldChg>
      <pc:sldChg chg="add">
        <pc:chgData name="大道 涼佑" userId="74b43616-6616-4fb2-bfbb-88ddd5778621" providerId="ADAL" clId="{A87ADCC6-A66B-4B56-BAA5-3EB2ACE8C313}" dt="2025-07-25T09:42:14.787" v="0"/>
        <pc:sldMkLst>
          <pc:docMk/>
          <pc:sldMk cId="615696877" sldId="2147483608"/>
        </pc:sldMkLst>
      </pc:sldChg>
      <pc:sldChg chg="add">
        <pc:chgData name="大道 涼佑" userId="74b43616-6616-4fb2-bfbb-88ddd5778621" providerId="ADAL" clId="{A87ADCC6-A66B-4B56-BAA5-3EB2ACE8C313}" dt="2025-07-25T09:42:14.787" v="0"/>
        <pc:sldMkLst>
          <pc:docMk/>
          <pc:sldMk cId="2939399546" sldId="2147483609"/>
        </pc:sldMkLst>
      </pc:sldChg>
      <pc:sldChg chg="add">
        <pc:chgData name="大道 涼佑" userId="74b43616-6616-4fb2-bfbb-88ddd5778621" providerId="ADAL" clId="{A87ADCC6-A66B-4B56-BAA5-3EB2ACE8C313}" dt="2025-07-25T09:42:14.787" v="0"/>
        <pc:sldMkLst>
          <pc:docMk/>
          <pc:sldMk cId="3979211232" sldId="2147483610"/>
        </pc:sldMkLst>
      </pc:sldChg>
      <pc:sldChg chg="add">
        <pc:chgData name="大道 涼佑" userId="74b43616-6616-4fb2-bfbb-88ddd5778621" providerId="ADAL" clId="{A87ADCC6-A66B-4B56-BAA5-3EB2ACE8C313}" dt="2025-07-25T09:42:14.787" v="0"/>
        <pc:sldMkLst>
          <pc:docMk/>
          <pc:sldMk cId="1784534511" sldId="2147483611"/>
        </pc:sldMkLst>
      </pc:sldChg>
      <pc:sldChg chg="add">
        <pc:chgData name="大道 涼佑" userId="74b43616-6616-4fb2-bfbb-88ddd5778621" providerId="ADAL" clId="{A87ADCC6-A66B-4B56-BAA5-3EB2ACE8C313}" dt="2025-07-25T09:42:14.787" v="0"/>
        <pc:sldMkLst>
          <pc:docMk/>
          <pc:sldMk cId="589950111" sldId="2147483612"/>
        </pc:sldMkLst>
      </pc:sldChg>
      <pc:sldChg chg="add">
        <pc:chgData name="大道 涼佑" userId="74b43616-6616-4fb2-bfbb-88ddd5778621" providerId="ADAL" clId="{A87ADCC6-A66B-4B56-BAA5-3EB2ACE8C313}" dt="2025-07-25T09:42:14.787" v="0"/>
        <pc:sldMkLst>
          <pc:docMk/>
          <pc:sldMk cId="3466517248" sldId="2147483613"/>
        </pc:sldMkLst>
      </pc:sldChg>
      <pc:sldChg chg="add">
        <pc:chgData name="大道 涼佑" userId="74b43616-6616-4fb2-bfbb-88ddd5778621" providerId="ADAL" clId="{A87ADCC6-A66B-4B56-BAA5-3EB2ACE8C313}" dt="2025-07-25T09:42:14.787" v="0"/>
        <pc:sldMkLst>
          <pc:docMk/>
          <pc:sldMk cId="3368179795" sldId="2147483614"/>
        </pc:sldMkLst>
      </pc:sldChg>
      <pc:sldChg chg="add">
        <pc:chgData name="大道 涼佑" userId="74b43616-6616-4fb2-bfbb-88ddd5778621" providerId="ADAL" clId="{A87ADCC6-A66B-4B56-BAA5-3EB2ACE8C313}" dt="2025-07-25T09:42:14.787" v="0"/>
        <pc:sldMkLst>
          <pc:docMk/>
          <pc:sldMk cId="4181743117" sldId="2147483615"/>
        </pc:sldMkLst>
      </pc:sldChg>
      <pc:sldChg chg="add">
        <pc:chgData name="大道 涼佑" userId="74b43616-6616-4fb2-bfbb-88ddd5778621" providerId="ADAL" clId="{A87ADCC6-A66B-4B56-BAA5-3EB2ACE8C313}" dt="2025-07-25T09:42:14.787" v="0"/>
        <pc:sldMkLst>
          <pc:docMk/>
          <pc:sldMk cId="1086973756" sldId="2147483616"/>
        </pc:sldMkLst>
      </pc:sldChg>
    </pc:docChg>
  </pc:docChgLst>
  <pc:docChgLst>
    <pc:chgData name="伊藤 隆司" userId="a68c4c7d-a3fb-4c7e-aecf-9e662a819108" providerId="ADAL" clId="{6EDCB7D9-A643-4A11-B88F-1045F0529194}"/>
    <pc:docChg chg="addSld modSld">
      <pc:chgData name="伊藤 隆司" userId="a68c4c7d-a3fb-4c7e-aecf-9e662a819108" providerId="ADAL" clId="{6EDCB7D9-A643-4A11-B88F-1045F0529194}" dt="2025-04-22T06:35:13.217" v="153" actId="207"/>
      <pc:docMkLst>
        <pc:docMk/>
      </pc:docMkLst>
      <pc:sldChg chg="delSp modSp add mod">
        <pc:chgData name="伊藤 隆司" userId="a68c4c7d-a3fb-4c7e-aecf-9e662a819108" providerId="ADAL" clId="{6EDCB7D9-A643-4A11-B88F-1045F0529194}" dt="2025-04-22T06:35:13.217" v="153" actId="207"/>
        <pc:sldMkLst>
          <pc:docMk/>
          <pc:sldMk cId="555076671" sldId="690"/>
        </pc:sldMkLst>
      </pc:sldChg>
      <pc:sldChg chg="modSp mod">
        <pc:chgData name="伊藤 隆司" userId="a68c4c7d-a3fb-4c7e-aecf-9e662a819108" providerId="ADAL" clId="{6EDCB7D9-A643-4A11-B88F-1045F0529194}" dt="2025-04-22T06:33:00.728" v="149" actId="404"/>
        <pc:sldMkLst>
          <pc:docMk/>
          <pc:sldMk cId="3745408884" sldId="726"/>
        </pc:sldMkLst>
      </pc:sldChg>
    </pc:docChg>
  </pc:docChgLst>
  <pc:docChgLst>
    <pc:chgData name="和田 師也" userId="0a0e7120-b3b3-426a-8add-885529f4297f" providerId="ADAL" clId="{E9991C12-06BC-43E7-A1E6-718AB1E6B4C4}"/>
    <pc:docChg chg="custSel addSld delSld modSld modSection">
      <pc:chgData name="和田 師也" userId="0a0e7120-b3b3-426a-8add-885529f4297f" providerId="ADAL" clId="{E9991C12-06BC-43E7-A1E6-718AB1E6B4C4}" dt="2025-09-24T09:59:06.044" v="566" actId="1076"/>
      <pc:docMkLst>
        <pc:docMk/>
      </pc:docMkLst>
      <pc:sldChg chg="del">
        <pc:chgData name="和田 師也" userId="0a0e7120-b3b3-426a-8add-885529f4297f" providerId="ADAL" clId="{E9991C12-06BC-43E7-A1E6-718AB1E6B4C4}" dt="2025-09-24T09:54:42.464" v="0" actId="47"/>
        <pc:sldMkLst>
          <pc:docMk/>
          <pc:sldMk cId="1593571735" sldId="812"/>
        </pc:sldMkLst>
      </pc:sldChg>
      <pc:sldChg chg="del">
        <pc:chgData name="和田 師也" userId="0a0e7120-b3b3-426a-8add-885529f4297f" providerId="ADAL" clId="{E9991C12-06BC-43E7-A1E6-718AB1E6B4C4}" dt="2025-09-24T09:54:42.464" v="0" actId="47"/>
        <pc:sldMkLst>
          <pc:docMk/>
          <pc:sldMk cId="2635198621" sldId="817"/>
        </pc:sldMkLst>
      </pc:sldChg>
      <pc:sldChg chg="del">
        <pc:chgData name="和田 師也" userId="0a0e7120-b3b3-426a-8add-885529f4297f" providerId="ADAL" clId="{E9991C12-06BC-43E7-A1E6-718AB1E6B4C4}" dt="2025-09-24T09:54:56.988" v="2" actId="47"/>
        <pc:sldMkLst>
          <pc:docMk/>
          <pc:sldMk cId="2898556522" sldId="2147483626"/>
        </pc:sldMkLst>
      </pc:sldChg>
      <pc:sldChg chg="delSp modSp add del mod">
        <pc:chgData name="和田 師也" userId="0a0e7120-b3b3-426a-8add-885529f4297f" providerId="ADAL" clId="{E9991C12-06BC-43E7-A1E6-718AB1E6B4C4}" dt="2025-09-24T09:56:16.960" v="387" actId="478"/>
        <pc:sldMkLst>
          <pc:docMk/>
          <pc:sldMk cId="4233553636" sldId="2147483627"/>
        </pc:sldMkLst>
      </pc:sldChg>
      <pc:sldChg chg="del">
        <pc:chgData name="和田 師也" userId="0a0e7120-b3b3-426a-8add-885529f4297f" providerId="ADAL" clId="{E9991C12-06BC-43E7-A1E6-718AB1E6B4C4}" dt="2025-09-24T09:54:42.464" v="0" actId="47"/>
        <pc:sldMkLst>
          <pc:docMk/>
          <pc:sldMk cId="724836009" sldId="2147483628"/>
        </pc:sldMkLst>
      </pc:sldChg>
      <pc:sldChg chg="addSp modSp add del mod">
        <pc:chgData name="和田 師也" userId="0a0e7120-b3b3-426a-8add-885529f4297f" providerId="ADAL" clId="{E9991C12-06BC-43E7-A1E6-718AB1E6B4C4}" dt="2025-09-24T09:59:06.044" v="566" actId="1076"/>
        <pc:sldMkLst>
          <pc:docMk/>
          <pc:sldMk cId="2489788318" sldId="2147483629"/>
        </pc:sldMkLst>
      </pc:sldChg>
      <pc:sldChg chg="modSp add mod">
        <pc:chgData name="和田 師也" userId="0a0e7120-b3b3-426a-8add-885529f4297f" providerId="ADAL" clId="{E9991C12-06BC-43E7-A1E6-718AB1E6B4C4}" dt="2025-09-24T09:55:12.261" v="18"/>
        <pc:sldMkLst>
          <pc:docMk/>
          <pc:sldMk cId="1048009102" sldId="2147483639"/>
        </pc:sldMkLst>
      </pc:sldChg>
    </pc:docChg>
  </pc:docChgLst>
  <pc:docChgLst>
    <pc:chgData name="菊池 祥子" userId="S::s.kikuchi@imshd.co.jp::2f8dc684-d797-4923-83b5-e92fa09059e1" providerId="AD" clId="Web-{03B02BB0-4B54-8509-46D2-822C7096B929}"/>
    <pc:docChg chg="modSld">
      <pc:chgData name="菊池 祥子" userId="S::s.kikuchi@imshd.co.jp::2f8dc684-d797-4923-83b5-e92fa09059e1" providerId="AD" clId="Web-{03B02BB0-4B54-8509-46D2-822C7096B929}" dt="2025-05-29T09:44:00.558" v="2" actId="20577"/>
      <pc:docMkLst>
        <pc:docMk/>
      </pc:docMkLst>
      <pc:sldChg chg="modSp">
        <pc:chgData name="菊池 祥子" userId="S::s.kikuchi@imshd.co.jp::2f8dc684-d797-4923-83b5-e92fa09059e1" providerId="AD" clId="Web-{03B02BB0-4B54-8509-46D2-822C7096B929}" dt="2025-05-29T09:44:00.558" v="2" actId="20577"/>
        <pc:sldMkLst>
          <pc:docMk/>
          <pc:sldMk cId="1069644886" sldId="747"/>
        </pc:sldMkLst>
      </pc:sldChg>
    </pc:docChg>
  </pc:docChgLst>
  <pc:docChgLst>
    <pc:chgData name="大道 涼佑" userId="S::r.omichi@imshd.co.jp::74b43616-6616-4fb2-bfbb-88ddd5778621" providerId="AD" clId="Web-{9D57A078-FA47-1D57-68E7-9F61671745B8}"/>
    <pc:docChg chg="sldOrd modSection">
      <pc:chgData name="大道 涼佑" userId="S::r.omichi@imshd.co.jp::74b43616-6616-4fb2-bfbb-88ddd5778621" providerId="AD" clId="Web-{9D57A078-FA47-1D57-68E7-9F61671745B8}" dt="2025-10-30T08:08:31.022" v="5"/>
      <pc:docMkLst>
        <pc:docMk/>
      </pc:docMkLst>
      <pc:sldChg chg="ord">
        <pc:chgData name="大道 涼佑" userId="S::r.omichi@imshd.co.jp::74b43616-6616-4fb2-bfbb-88ddd5778621" providerId="AD" clId="Web-{9D57A078-FA47-1D57-68E7-9F61671745B8}" dt="2025-10-30T08:08:31.022" v="5"/>
        <pc:sldMkLst>
          <pc:docMk/>
          <pc:sldMk cId="3965363732" sldId="2147483644"/>
        </pc:sldMkLst>
      </pc:sldChg>
    </pc:docChg>
  </pc:docChgLst>
  <pc:docChgLst>
    <pc:chgData name="大道 涼佑" userId="74b43616-6616-4fb2-bfbb-88ddd5778621" providerId="ADAL" clId="{452591B3-2905-4DBE-8988-8734C8377ECB}"/>
    <pc:docChg chg="undo redo custSel addSld delSld modSld sldOrd modSection">
      <pc:chgData name="大道 涼佑" userId="74b43616-6616-4fb2-bfbb-88ddd5778621" providerId="ADAL" clId="{452591B3-2905-4DBE-8988-8734C8377ECB}" dt="2025-10-30T08:42:35.268" v="7476" actId="20577"/>
      <pc:docMkLst>
        <pc:docMk/>
      </pc:docMkLst>
      <pc:sldChg chg="modSp add mod modShow">
        <pc:chgData name="大道 涼佑" userId="74b43616-6616-4fb2-bfbb-88ddd5778621" providerId="ADAL" clId="{452591B3-2905-4DBE-8988-8734C8377ECB}" dt="2025-10-30T08:12:49.831" v="4298" actId="20577"/>
        <pc:sldMkLst>
          <pc:docMk/>
          <pc:sldMk cId="1831602495" sldId="278"/>
        </pc:sldMkLst>
      </pc:sldChg>
      <pc:sldChg chg="add del">
        <pc:chgData name="大道 涼佑" userId="74b43616-6616-4fb2-bfbb-88ddd5778621" providerId="ADAL" clId="{452591B3-2905-4DBE-8988-8734C8377ECB}" dt="2025-10-30T08:12:56.382" v="4300"/>
        <pc:sldMkLst>
          <pc:docMk/>
          <pc:sldMk cId="3415903472" sldId="279"/>
        </pc:sldMkLst>
      </pc:sldChg>
      <pc:sldChg chg="delSp modSp add mod modShow">
        <pc:chgData name="大道 涼佑" userId="74b43616-6616-4fb2-bfbb-88ddd5778621" providerId="ADAL" clId="{452591B3-2905-4DBE-8988-8734C8377ECB}" dt="2025-10-30T08:21:54.259" v="5981" actId="207"/>
        <pc:sldMkLst>
          <pc:docMk/>
          <pc:sldMk cId="4015017685" sldId="279"/>
        </pc:sldMkLst>
      </pc:sldChg>
      <pc:sldChg chg="addSp delSp modSp add mod">
        <pc:chgData name="大道 涼佑" userId="74b43616-6616-4fb2-bfbb-88ddd5778621" providerId="ADAL" clId="{452591B3-2905-4DBE-8988-8734C8377ECB}" dt="2025-10-30T08:30:11.020" v="6874" actId="12788"/>
        <pc:sldMkLst>
          <pc:docMk/>
          <pc:sldMk cId="4115083288" sldId="280"/>
        </pc:sldMkLst>
      </pc:sldChg>
      <pc:sldChg chg="addSp modSp add mod">
        <pc:chgData name="大道 涼佑" userId="74b43616-6616-4fb2-bfbb-88ddd5778621" providerId="ADAL" clId="{452591B3-2905-4DBE-8988-8734C8377ECB}" dt="2025-10-30T08:38:28.403" v="7285" actId="403"/>
        <pc:sldMkLst>
          <pc:docMk/>
          <pc:sldMk cId="3312324757" sldId="281"/>
        </pc:sldMkLst>
      </pc:sldChg>
      <pc:sldChg chg="addSp modSp add mod">
        <pc:chgData name="大道 涼佑" userId="74b43616-6616-4fb2-bfbb-88ddd5778621" providerId="ADAL" clId="{452591B3-2905-4DBE-8988-8734C8377ECB}" dt="2025-10-30T08:42:35.268" v="7476" actId="20577"/>
        <pc:sldMkLst>
          <pc:docMk/>
          <pc:sldMk cId="813200053" sldId="282"/>
        </pc:sldMkLst>
      </pc:sldChg>
      <pc:sldChg chg="addSp delSp modSp add mod">
        <pc:chgData name="大道 涼佑" userId="74b43616-6616-4fb2-bfbb-88ddd5778621" providerId="ADAL" clId="{452591B3-2905-4DBE-8988-8734C8377ECB}" dt="2025-10-30T08:32:32.168" v="6969" actId="21"/>
        <pc:sldMkLst>
          <pc:docMk/>
          <pc:sldMk cId="1209877058" sldId="283"/>
        </pc:sldMkLst>
      </pc:sldChg>
      <pc:sldChg chg="addSp modSp add mod">
        <pc:chgData name="大道 涼佑" userId="74b43616-6616-4fb2-bfbb-88ddd5778621" providerId="ADAL" clId="{452591B3-2905-4DBE-8988-8734C8377ECB}" dt="2025-10-30T08:34:02.385" v="7054" actId="207"/>
        <pc:sldMkLst>
          <pc:docMk/>
          <pc:sldMk cId="2358408316" sldId="284"/>
        </pc:sldMkLst>
      </pc:sldChg>
      <pc:sldChg chg="add del">
        <pc:chgData name="大道 涼佑" userId="74b43616-6616-4fb2-bfbb-88ddd5778621" providerId="ADAL" clId="{452591B3-2905-4DBE-8988-8734C8377ECB}" dt="2025-10-30T08:29:37.228" v="6868"/>
        <pc:sldMkLst>
          <pc:docMk/>
          <pc:sldMk cId="4040317000" sldId="284"/>
        </pc:sldMkLst>
      </pc:sldChg>
      <pc:sldChg chg="delSp modSp add mod ord">
        <pc:chgData name="大道 涼佑" userId="74b43616-6616-4fb2-bfbb-88ddd5778621" providerId="ADAL" clId="{452591B3-2905-4DBE-8988-8734C8377ECB}" dt="2025-10-30T08:11:26.604" v="4024" actId="478"/>
        <pc:sldMkLst>
          <pc:docMk/>
          <pc:sldMk cId="1061220483" sldId="2147483606"/>
        </pc:sldMkLst>
      </pc:sldChg>
      <pc:sldChg chg="del">
        <pc:chgData name="大道 涼佑" userId="74b43616-6616-4fb2-bfbb-88ddd5778621" providerId="ADAL" clId="{452591B3-2905-4DBE-8988-8734C8377ECB}" dt="2025-09-25T04:40:07.143" v="2" actId="47"/>
        <pc:sldMkLst>
          <pc:docMk/>
          <pc:sldMk cId="3283089027" sldId="2147483620"/>
        </pc:sldMkLst>
      </pc:sldChg>
      <pc:sldChg chg="del">
        <pc:chgData name="大道 涼佑" userId="74b43616-6616-4fb2-bfbb-88ddd5778621" providerId="ADAL" clId="{452591B3-2905-4DBE-8988-8734C8377ECB}" dt="2025-09-25T04:40:07.143" v="2" actId="47"/>
        <pc:sldMkLst>
          <pc:docMk/>
          <pc:sldMk cId="3732826556" sldId="2147483621"/>
        </pc:sldMkLst>
      </pc:sldChg>
      <pc:sldChg chg="addSp delSp modSp mod">
        <pc:chgData name="大道 涼佑" userId="74b43616-6616-4fb2-bfbb-88ddd5778621" providerId="ADAL" clId="{452591B3-2905-4DBE-8988-8734C8377ECB}" dt="2025-09-25T05:06:16.604" v="2489" actId="207"/>
        <pc:sldMkLst>
          <pc:docMk/>
          <pc:sldMk cId="3505782790" sldId="2147483622"/>
        </pc:sldMkLst>
      </pc:sldChg>
      <pc:sldChg chg="add del">
        <pc:chgData name="大道 涼佑" userId="74b43616-6616-4fb2-bfbb-88ddd5778621" providerId="ADAL" clId="{452591B3-2905-4DBE-8988-8734C8377ECB}" dt="2025-09-25T04:40:13.064" v="3" actId="47"/>
        <pc:sldMkLst>
          <pc:docMk/>
          <pc:sldMk cId="2253503817" sldId="2147483623"/>
        </pc:sldMkLst>
      </pc:sldChg>
      <pc:sldChg chg="del">
        <pc:chgData name="大道 涼佑" userId="74b43616-6616-4fb2-bfbb-88ddd5778621" providerId="ADAL" clId="{452591B3-2905-4DBE-8988-8734C8377ECB}" dt="2025-09-25T04:40:13.064" v="3" actId="47"/>
        <pc:sldMkLst>
          <pc:docMk/>
          <pc:sldMk cId="4112556377" sldId="2147483624"/>
        </pc:sldMkLst>
      </pc:sldChg>
      <pc:sldChg chg="del">
        <pc:chgData name="大道 涼佑" userId="74b43616-6616-4fb2-bfbb-88ddd5778621" providerId="ADAL" clId="{452591B3-2905-4DBE-8988-8734C8377ECB}" dt="2025-09-25T04:40:13.064" v="3" actId="47"/>
        <pc:sldMkLst>
          <pc:docMk/>
          <pc:sldMk cId="2469470760" sldId="2147483625"/>
        </pc:sldMkLst>
      </pc:sldChg>
      <pc:sldChg chg="addSp delSp modSp new mod">
        <pc:chgData name="大道 涼佑" userId="74b43616-6616-4fb2-bfbb-88ddd5778621" providerId="ADAL" clId="{452591B3-2905-4DBE-8988-8734C8377ECB}" dt="2025-09-25T05:17:42.834" v="3099" actId="20577"/>
        <pc:sldMkLst>
          <pc:docMk/>
          <pc:sldMk cId="2652597703" sldId="2147483643"/>
        </pc:sldMkLst>
      </pc:sldChg>
      <pc:sldChg chg="addSp delSp modSp add mod">
        <pc:chgData name="大道 涼佑" userId="74b43616-6616-4fb2-bfbb-88ddd5778621" providerId="ADAL" clId="{452591B3-2905-4DBE-8988-8734C8377ECB}" dt="2025-09-25T05:21:25.143" v="3902" actId="20577"/>
        <pc:sldMkLst>
          <pc:docMk/>
          <pc:sldMk cId="3965363732" sldId="2147483644"/>
        </pc:sldMkLst>
      </pc:sldChg>
    </pc:docChg>
  </pc:docChgLst>
  <pc:docChgLst>
    <pc:chgData name="中山直樹" userId="cb34acfc-03ef-4fac-869d-a43ba3e39817" providerId="ADAL" clId="{B2DD55EB-9E0F-4349-B1F0-152576DB8F3E}"/>
    <pc:docChg chg="undo redo custSel addSld delSld modSld sldOrd delMainMaster delSection modSection">
      <pc:chgData name="中山直樹" userId="cb34acfc-03ef-4fac-869d-a43ba3e39817" providerId="ADAL" clId="{B2DD55EB-9E0F-4349-B1F0-152576DB8F3E}" dt="2026-01-07T01:38:57.168" v="11402"/>
      <pc:docMkLst>
        <pc:docMk/>
      </pc:docMkLst>
      <pc:sldChg chg="addSp delSp modSp add mod">
        <pc:chgData name="中山直樹" userId="cb34acfc-03ef-4fac-869d-a43ba3e39817" providerId="ADAL" clId="{B2DD55EB-9E0F-4349-B1F0-152576DB8F3E}" dt="2026-01-06T11:37:10.782" v="11401" actId="1036"/>
        <pc:sldMkLst>
          <pc:docMk/>
          <pc:sldMk cId="2150444713" sldId="256"/>
        </pc:sldMkLst>
        <pc:spChg chg="mod">
          <ac:chgData name="中山直樹" userId="cb34acfc-03ef-4fac-869d-a43ba3e39817" providerId="ADAL" clId="{B2DD55EB-9E0F-4349-B1F0-152576DB8F3E}" dt="2025-12-22T05:44:19.959" v="9971" actId="20577"/>
          <ac:spMkLst>
            <pc:docMk/>
            <pc:sldMk cId="2150444713" sldId="256"/>
            <ac:spMk id="2" creationId="{7AA2F4E0-2508-C935-18E8-A8709AA1B8CD}"/>
          </ac:spMkLst>
        </pc:spChg>
        <pc:spChg chg="add mod topLvl">
          <ac:chgData name="中山直樹" userId="cb34acfc-03ef-4fac-869d-a43ba3e39817" providerId="ADAL" clId="{B2DD55EB-9E0F-4349-B1F0-152576DB8F3E}" dt="2026-01-06T04:40:22.815" v="10580" actId="165"/>
          <ac:spMkLst>
            <pc:docMk/>
            <pc:sldMk cId="2150444713" sldId="256"/>
            <ac:spMk id="3" creationId="{F1411BAD-98CB-F123-6F8A-802E2578F213}"/>
          </ac:spMkLst>
        </pc:spChg>
        <pc:spChg chg="add mod topLvl">
          <ac:chgData name="中山直樹" userId="cb34acfc-03ef-4fac-869d-a43ba3e39817" providerId="ADAL" clId="{B2DD55EB-9E0F-4349-B1F0-152576DB8F3E}" dt="2026-01-06T04:41:02.275" v="10609" actId="1036"/>
          <ac:spMkLst>
            <pc:docMk/>
            <pc:sldMk cId="2150444713" sldId="256"/>
            <ac:spMk id="4" creationId="{E52F65CE-A644-02A3-E104-BF665F0B9C52}"/>
          </ac:spMkLst>
        </pc:spChg>
        <pc:spChg chg="add del mod">
          <ac:chgData name="中山直樹" userId="cb34acfc-03ef-4fac-869d-a43ba3e39817" providerId="ADAL" clId="{B2DD55EB-9E0F-4349-B1F0-152576DB8F3E}" dt="2026-01-06T04:41:02.275" v="10609" actId="1036"/>
          <ac:spMkLst>
            <pc:docMk/>
            <pc:sldMk cId="2150444713" sldId="256"/>
            <ac:spMk id="5" creationId="{87287432-F4E4-74B6-5F37-D3297EF4B178}"/>
          </ac:spMkLst>
        </pc:spChg>
        <pc:spChg chg="add mod">
          <ac:chgData name="中山直樹" userId="cb34acfc-03ef-4fac-869d-a43ba3e39817" providerId="ADAL" clId="{B2DD55EB-9E0F-4349-B1F0-152576DB8F3E}" dt="2025-12-24T09:36:37.863" v="10350" actId="165"/>
          <ac:spMkLst>
            <pc:docMk/>
            <pc:sldMk cId="2150444713" sldId="256"/>
            <ac:spMk id="7" creationId="{78C51572-DD78-C38F-CFE1-F505F2A77273}"/>
          </ac:spMkLst>
        </pc:spChg>
        <pc:spChg chg="mod">
          <ac:chgData name="中山直樹" userId="cb34acfc-03ef-4fac-869d-a43ba3e39817" providerId="ADAL" clId="{B2DD55EB-9E0F-4349-B1F0-152576DB8F3E}" dt="2026-01-06T04:45:12.913" v="10718" actId="14100"/>
          <ac:spMkLst>
            <pc:docMk/>
            <pc:sldMk cId="2150444713" sldId="256"/>
            <ac:spMk id="8" creationId="{A01055D4-6AF1-4863-0D0A-0E21F1A6A03D}"/>
          </ac:spMkLst>
        </pc:spChg>
        <pc:spChg chg="add mod topLvl">
          <ac:chgData name="中山直樹" userId="cb34acfc-03ef-4fac-869d-a43ba3e39817" providerId="ADAL" clId="{B2DD55EB-9E0F-4349-B1F0-152576DB8F3E}" dt="2026-01-06T04:40:22.815" v="10580" actId="165"/>
          <ac:spMkLst>
            <pc:docMk/>
            <pc:sldMk cId="2150444713" sldId="256"/>
            <ac:spMk id="10" creationId="{7D07EA38-3E31-9FC9-C8A4-50F79BA545F8}"/>
          </ac:spMkLst>
        </pc:spChg>
        <pc:spChg chg="add del mod">
          <ac:chgData name="中山直樹" userId="cb34acfc-03ef-4fac-869d-a43ba3e39817" providerId="ADAL" clId="{B2DD55EB-9E0F-4349-B1F0-152576DB8F3E}" dt="2026-01-06T04:43:17.293" v="10649" actId="478"/>
          <ac:spMkLst>
            <pc:docMk/>
            <pc:sldMk cId="2150444713" sldId="256"/>
            <ac:spMk id="13" creationId="{180B9CC2-DC28-F0D7-838B-6116F093753D}"/>
          </ac:spMkLst>
        </pc:spChg>
        <pc:spChg chg="add mod">
          <ac:chgData name="中山直樹" userId="cb34acfc-03ef-4fac-869d-a43ba3e39817" providerId="ADAL" clId="{B2DD55EB-9E0F-4349-B1F0-152576DB8F3E}" dt="2026-01-06T04:42:57.078" v="10633" actId="20577"/>
          <ac:spMkLst>
            <pc:docMk/>
            <pc:sldMk cId="2150444713" sldId="256"/>
            <ac:spMk id="23" creationId="{B60DF4BB-78E0-9D60-38BD-4EB893F1516E}"/>
          </ac:spMkLst>
        </pc:spChg>
        <pc:spChg chg="add mod">
          <ac:chgData name="中山直樹" userId="cb34acfc-03ef-4fac-869d-a43ba3e39817" providerId="ADAL" clId="{B2DD55EB-9E0F-4349-B1F0-152576DB8F3E}" dt="2026-01-06T04:43:20.523" v="10650" actId="1076"/>
          <ac:spMkLst>
            <pc:docMk/>
            <pc:sldMk cId="2150444713" sldId="256"/>
            <ac:spMk id="24" creationId="{0B70BBDA-5FB7-CC71-E904-5EBDF9B2CCF7}"/>
          </ac:spMkLst>
        </pc:spChg>
        <pc:spChg chg="add del mod">
          <ac:chgData name="中山直樹" userId="cb34acfc-03ef-4fac-869d-a43ba3e39817" providerId="ADAL" clId="{B2DD55EB-9E0F-4349-B1F0-152576DB8F3E}" dt="2026-01-06T04:43:15.347" v="10648" actId="478"/>
          <ac:spMkLst>
            <pc:docMk/>
            <pc:sldMk cId="2150444713" sldId="256"/>
            <ac:spMk id="25" creationId="{26AA5551-2D57-B5A9-9009-E720C97F70FD}"/>
          </ac:spMkLst>
        </pc:spChg>
        <pc:spChg chg="mod topLvl">
          <ac:chgData name="中山直樹" userId="cb34acfc-03ef-4fac-869d-a43ba3e39817" providerId="ADAL" clId="{B2DD55EB-9E0F-4349-B1F0-152576DB8F3E}" dt="2026-01-06T04:41:18.269" v="10610" actId="1076"/>
          <ac:spMkLst>
            <pc:docMk/>
            <pc:sldMk cId="2150444713" sldId="256"/>
            <ac:spMk id="26" creationId="{1DB15270-FFCC-EBBB-EDA5-BB90F4CAF8F7}"/>
          </ac:spMkLst>
        </pc:spChg>
        <pc:spChg chg="add mod">
          <ac:chgData name="中山直樹" userId="cb34acfc-03ef-4fac-869d-a43ba3e39817" providerId="ADAL" clId="{B2DD55EB-9E0F-4349-B1F0-152576DB8F3E}" dt="2026-01-06T11:37:10.782" v="11401" actId="1036"/>
          <ac:spMkLst>
            <pc:docMk/>
            <pc:sldMk cId="2150444713" sldId="256"/>
            <ac:spMk id="27" creationId="{99A419A7-6B61-8956-E2E2-6D4257F8DA27}"/>
          </ac:spMkLst>
        </pc:spChg>
        <pc:spChg chg="add mod">
          <ac:chgData name="中山直樹" userId="cb34acfc-03ef-4fac-869d-a43ba3e39817" providerId="ADAL" clId="{B2DD55EB-9E0F-4349-B1F0-152576DB8F3E}" dt="2026-01-06T04:46:08.351" v="10761" actId="20577"/>
          <ac:spMkLst>
            <pc:docMk/>
            <pc:sldMk cId="2150444713" sldId="256"/>
            <ac:spMk id="28" creationId="{407620B5-3443-F5DB-1C7F-8B7EC9C7B871}"/>
          </ac:spMkLst>
        </pc:spChg>
        <pc:spChg chg="add mod">
          <ac:chgData name="中山直樹" userId="cb34acfc-03ef-4fac-869d-a43ba3e39817" providerId="ADAL" clId="{B2DD55EB-9E0F-4349-B1F0-152576DB8F3E}" dt="2025-12-24T09:26:45.089" v="10217" actId="164"/>
          <ac:spMkLst>
            <pc:docMk/>
            <pc:sldMk cId="2150444713" sldId="256"/>
            <ac:spMk id="59" creationId="{2E07B0AE-4C04-052D-1C4E-73253D5627F2}"/>
          </ac:spMkLst>
        </pc:spChg>
        <pc:spChg chg="add mod">
          <ac:chgData name="中山直樹" userId="cb34acfc-03ef-4fac-869d-a43ba3e39817" providerId="ADAL" clId="{B2DD55EB-9E0F-4349-B1F0-152576DB8F3E}" dt="2025-12-22T05:22:10.184" v="9725" actId="1036"/>
          <ac:spMkLst>
            <pc:docMk/>
            <pc:sldMk cId="2150444713" sldId="256"/>
            <ac:spMk id="70" creationId="{C861A733-7694-CBA6-571A-B11D769E3E53}"/>
          </ac:spMkLst>
        </pc:spChg>
        <pc:spChg chg="add mod">
          <ac:chgData name="中山直樹" userId="cb34acfc-03ef-4fac-869d-a43ba3e39817" providerId="ADAL" clId="{B2DD55EB-9E0F-4349-B1F0-152576DB8F3E}" dt="2025-12-24T09:26:45.089" v="10217" actId="164"/>
          <ac:spMkLst>
            <pc:docMk/>
            <pc:sldMk cId="2150444713" sldId="256"/>
            <ac:spMk id="71" creationId="{2C0566AC-3298-914A-79A4-CBF475221CDF}"/>
          </ac:spMkLst>
        </pc:spChg>
        <pc:spChg chg="add mod">
          <ac:chgData name="中山直樹" userId="cb34acfc-03ef-4fac-869d-a43ba3e39817" providerId="ADAL" clId="{B2DD55EB-9E0F-4349-B1F0-152576DB8F3E}" dt="2025-12-22T05:21:42.399" v="9704" actId="1038"/>
          <ac:spMkLst>
            <pc:docMk/>
            <pc:sldMk cId="2150444713" sldId="256"/>
            <ac:spMk id="72" creationId="{A549A549-0D58-2F65-C746-A909A68D14BE}"/>
          </ac:spMkLst>
        </pc:spChg>
        <pc:spChg chg="add mod">
          <ac:chgData name="中山直樹" userId="cb34acfc-03ef-4fac-869d-a43ba3e39817" providerId="ADAL" clId="{B2DD55EB-9E0F-4349-B1F0-152576DB8F3E}" dt="2026-01-06T04:39:55.864" v="10579" actId="404"/>
          <ac:spMkLst>
            <pc:docMk/>
            <pc:sldMk cId="2150444713" sldId="256"/>
            <ac:spMk id="73" creationId="{EE7874CB-D06D-F308-DB73-DCCE45805F3F}"/>
          </ac:spMkLst>
        </pc:spChg>
        <pc:spChg chg="add mod">
          <ac:chgData name="中山直樹" userId="cb34acfc-03ef-4fac-869d-a43ba3e39817" providerId="ADAL" clId="{B2DD55EB-9E0F-4349-B1F0-152576DB8F3E}" dt="2026-01-06T04:39:55.864" v="10579" actId="404"/>
          <ac:spMkLst>
            <pc:docMk/>
            <pc:sldMk cId="2150444713" sldId="256"/>
            <ac:spMk id="74" creationId="{974AF4B6-F17D-17ED-3BAF-D7C6520A98A5}"/>
          </ac:spMkLst>
        </pc:spChg>
        <pc:spChg chg="add mod">
          <ac:chgData name="中山直樹" userId="cb34acfc-03ef-4fac-869d-a43ba3e39817" providerId="ADAL" clId="{B2DD55EB-9E0F-4349-B1F0-152576DB8F3E}" dt="2026-01-06T04:39:55.864" v="10579" actId="404"/>
          <ac:spMkLst>
            <pc:docMk/>
            <pc:sldMk cId="2150444713" sldId="256"/>
            <ac:spMk id="75" creationId="{A95719B8-D482-5CB3-55F0-8F68E7A4BD05}"/>
          </ac:spMkLst>
        </pc:spChg>
        <pc:spChg chg="add mod">
          <ac:chgData name="中山直樹" userId="cb34acfc-03ef-4fac-869d-a43ba3e39817" providerId="ADAL" clId="{B2DD55EB-9E0F-4349-B1F0-152576DB8F3E}" dt="2026-01-06T04:39:55.864" v="10579" actId="404"/>
          <ac:spMkLst>
            <pc:docMk/>
            <pc:sldMk cId="2150444713" sldId="256"/>
            <ac:spMk id="83" creationId="{8559518F-E235-BC2E-5893-B7156D111C10}"/>
          </ac:spMkLst>
        </pc:spChg>
        <pc:spChg chg="add mod">
          <ac:chgData name="中山直樹" userId="cb34acfc-03ef-4fac-869d-a43ba3e39817" providerId="ADAL" clId="{B2DD55EB-9E0F-4349-B1F0-152576DB8F3E}" dt="2025-12-22T05:21:42.399" v="9704" actId="1038"/>
          <ac:spMkLst>
            <pc:docMk/>
            <pc:sldMk cId="2150444713" sldId="256"/>
            <ac:spMk id="84" creationId="{95CFC30C-D062-319E-65FC-537F2F2DAD14}"/>
          </ac:spMkLst>
        </pc:spChg>
        <pc:spChg chg="add mod">
          <ac:chgData name="中山直樹" userId="cb34acfc-03ef-4fac-869d-a43ba3e39817" providerId="ADAL" clId="{B2DD55EB-9E0F-4349-B1F0-152576DB8F3E}" dt="2026-01-06T04:39:55.864" v="10579" actId="404"/>
          <ac:spMkLst>
            <pc:docMk/>
            <pc:sldMk cId="2150444713" sldId="256"/>
            <ac:spMk id="85" creationId="{98EAE664-D56E-1C5F-147C-EF7106CD4D12}"/>
          </ac:spMkLst>
        </pc:spChg>
        <pc:spChg chg="add mod">
          <ac:chgData name="中山直樹" userId="cb34acfc-03ef-4fac-869d-a43ba3e39817" providerId="ADAL" clId="{B2DD55EB-9E0F-4349-B1F0-152576DB8F3E}" dt="2025-12-22T05:22:10.184" v="9725" actId="1036"/>
          <ac:spMkLst>
            <pc:docMk/>
            <pc:sldMk cId="2150444713" sldId="256"/>
            <ac:spMk id="86" creationId="{DF648BD5-35C9-2AC0-9A29-9BC2203EFD45}"/>
          </ac:spMkLst>
        </pc:spChg>
        <pc:spChg chg="add mod">
          <ac:chgData name="中山直樹" userId="cb34acfc-03ef-4fac-869d-a43ba3e39817" providerId="ADAL" clId="{B2DD55EB-9E0F-4349-B1F0-152576DB8F3E}" dt="2025-12-22T05:21:42.399" v="9704" actId="1038"/>
          <ac:spMkLst>
            <pc:docMk/>
            <pc:sldMk cId="2150444713" sldId="256"/>
            <ac:spMk id="94" creationId="{7FD98410-A2FE-7CBA-9FF2-BC78A5B56757}"/>
          </ac:spMkLst>
        </pc:spChg>
        <pc:spChg chg="add mod">
          <ac:chgData name="中山直樹" userId="cb34acfc-03ef-4fac-869d-a43ba3e39817" providerId="ADAL" clId="{B2DD55EB-9E0F-4349-B1F0-152576DB8F3E}" dt="2025-12-24T09:36:37.863" v="10350" actId="165"/>
          <ac:spMkLst>
            <pc:docMk/>
            <pc:sldMk cId="2150444713" sldId="256"/>
            <ac:spMk id="97" creationId="{91CE9861-CC76-AD3E-EEBC-A5258B57A29E}"/>
          </ac:spMkLst>
        </pc:spChg>
        <pc:spChg chg="add mod">
          <ac:chgData name="中山直樹" userId="cb34acfc-03ef-4fac-869d-a43ba3e39817" providerId="ADAL" clId="{B2DD55EB-9E0F-4349-B1F0-152576DB8F3E}" dt="2026-01-06T04:39:55.864" v="10579" actId="404"/>
          <ac:spMkLst>
            <pc:docMk/>
            <pc:sldMk cId="2150444713" sldId="256"/>
            <ac:spMk id="98" creationId="{9F45AE76-A753-559A-382B-5BCB3041736F}"/>
          </ac:spMkLst>
        </pc:spChg>
        <pc:spChg chg="add mod">
          <ac:chgData name="中山直樹" userId="cb34acfc-03ef-4fac-869d-a43ba3e39817" providerId="ADAL" clId="{B2DD55EB-9E0F-4349-B1F0-152576DB8F3E}" dt="2025-12-24T09:26:45.089" v="10217" actId="164"/>
          <ac:spMkLst>
            <pc:docMk/>
            <pc:sldMk cId="2150444713" sldId="256"/>
            <ac:spMk id="100" creationId="{72C80280-021C-62CB-B34C-F4974EE5C49C}"/>
          </ac:spMkLst>
        </pc:spChg>
        <pc:spChg chg="add mod">
          <ac:chgData name="中山直樹" userId="cb34acfc-03ef-4fac-869d-a43ba3e39817" providerId="ADAL" clId="{B2DD55EB-9E0F-4349-B1F0-152576DB8F3E}" dt="2026-01-06T04:39:55.864" v="10579" actId="404"/>
          <ac:spMkLst>
            <pc:docMk/>
            <pc:sldMk cId="2150444713" sldId="256"/>
            <ac:spMk id="101" creationId="{BC3868D4-2E95-9C27-CAB1-CB59208B18FE}"/>
          </ac:spMkLst>
        </pc:spChg>
        <pc:spChg chg="add mod">
          <ac:chgData name="中山直樹" userId="cb34acfc-03ef-4fac-869d-a43ba3e39817" providerId="ADAL" clId="{B2DD55EB-9E0F-4349-B1F0-152576DB8F3E}" dt="2026-01-06T04:39:55.864" v="10579" actId="404"/>
          <ac:spMkLst>
            <pc:docMk/>
            <pc:sldMk cId="2150444713" sldId="256"/>
            <ac:spMk id="102" creationId="{0DE88AF0-204D-D437-D1E9-1702520D5C23}"/>
          </ac:spMkLst>
        </pc:spChg>
        <pc:spChg chg="add mod">
          <ac:chgData name="中山直樹" userId="cb34acfc-03ef-4fac-869d-a43ba3e39817" providerId="ADAL" clId="{B2DD55EB-9E0F-4349-B1F0-152576DB8F3E}" dt="2026-01-06T04:39:55.864" v="10579" actId="404"/>
          <ac:spMkLst>
            <pc:docMk/>
            <pc:sldMk cId="2150444713" sldId="256"/>
            <ac:spMk id="113" creationId="{73325423-5C24-7B8F-1690-E1DBFF620FF4}"/>
          </ac:spMkLst>
        </pc:spChg>
        <pc:spChg chg="add mod">
          <ac:chgData name="中山直樹" userId="cb34acfc-03ef-4fac-869d-a43ba3e39817" providerId="ADAL" clId="{B2DD55EB-9E0F-4349-B1F0-152576DB8F3E}" dt="2026-01-06T04:39:55.864" v="10579" actId="404"/>
          <ac:spMkLst>
            <pc:docMk/>
            <pc:sldMk cId="2150444713" sldId="256"/>
            <ac:spMk id="114" creationId="{D999FAF1-2FC4-6D97-31DE-C074A611EC62}"/>
          </ac:spMkLst>
        </pc:spChg>
        <pc:spChg chg="add mod">
          <ac:chgData name="中山直樹" userId="cb34acfc-03ef-4fac-869d-a43ba3e39817" providerId="ADAL" clId="{B2DD55EB-9E0F-4349-B1F0-152576DB8F3E}" dt="2026-01-06T04:35:41.309" v="10527" actId="404"/>
          <ac:spMkLst>
            <pc:docMk/>
            <pc:sldMk cId="2150444713" sldId="256"/>
            <ac:spMk id="115" creationId="{2EE582F3-079F-84DE-F7A2-624DFB074973}"/>
          </ac:spMkLst>
        </pc:spChg>
        <pc:spChg chg="add mod topLvl">
          <ac:chgData name="中山直樹" userId="cb34acfc-03ef-4fac-869d-a43ba3e39817" providerId="ADAL" clId="{B2DD55EB-9E0F-4349-B1F0-152576DB8F3E}" dt="2026-01-06T11:37:10.782" v="11401" actId="1036"/>
          <ac:spMkLst>
            <pc:docMk/>
            <pc:sldMk cId="2150444713" sldId="256"/>
            <ac:spMk id="121" creationId="{E1C47CA3-AB51-10D3-EF90-5477DD06B293}"/>
          </ac:spMkLst>
        </pc:spChg>
        <pc:spChg chg="add mod topLvl">
          <ac:chgData name="中山直樹" userId="cb34acfc-03ef-4fac-869d-a43ba3e39817" providerId="ADAL" clId="{B2DD55EB-9E0F-4349-B1F0-152576DB8F3E}" dt="2026-01-06T04:41:02.275" v="10609" actId="1036"/>
          <ac:spMkLst>
            <pc:docMk/>
            <pc:sldMk cId="2150444713" sldId="256"/>
            <ac:spMk id="122" creationId="{40493978-BAE4-1D62-998C-BD50FCB7BB5E}"/>
          </ac:spMkLst>
        </pc:spChg>
        <pc:spChg chg="add mod topLvl">
          <ac:chgData name="中山直樹" userId="cb34acfc-03ef-4fac-869d-a43ba3e39817" providerId="ADAL" clId="{B2DD55EB-9E0F-4349-B1F0-152576DB8F3E}" dt="2026-01-06T11:37:10.782" v="11401" actId="1036"/>
          <ac:spMkLst>
            <pc:docMk/>
            <pc:sldMk cId="2150444713" sldId="256"/>
            <ac:spMk id="127" creationId="{EFF6271D-6AB3-EF1E-98AB-62422E4894C9}"/>
          </ac:spMkLst>
        </pc:spChg>
        <pc:spChg chg="add mod topLvl">
          <ac:chgData name="中山直樹" userId="cb34acfc-03ef-4fac-869d-a43ba3e39817" providerId="ADAL" clId="{B2DD55EB-9E0F-4349-B1F0-152576DB8F3E}" dt="2026-01-06T11:37:10.782" v="11401" actId="1036"/>
          <ac:spMkLst>
            <pc:docMk/>
            <pc:sldMk cId="2150444713" sldId="256"/>
            <ac:spMk id="128" creationId="{B7AF4A91-ACBF-6B83-3BE5-67A98EC9176D}"/>
          </ac:spMkLst>
        </pc:spChg>
        <pc:spChg chg="add mod topLvl">
          <ac:chgData name="中山直樹" userId="cb34acfc-03ef-4fac-869d-a43ba3e39817" providerId="ADAL" clId="{B2DD55EB-9E0F-4349-B1F0-152576DB8F3E}" dt="2026-01-06T11:36:28.802" v="11394" actId="122"/>
          <ac:spMkLst>
            <pc:docMk/>
            <pc:sldMk cId="2150444713" sldId="256"/>
            <ac:spMk id="135" creationId="{659AEE1D-7BC5-D797-4008-0D7C4C860143}"/>
          </ac:spMkLst>
        </pc:spChg>
        <pc:spChg chg="add mod topLvl">
          <ac:chgData name="中山直樹" userId="cb34acfc-03ef-4fac-869d-a43ba3e39817" providerId="ADAL" clId="{B2DD55EB-9E0F-4349-B1F0-152576DB8F3E}" dt="2026-01-06T11:36:28.802" v="11394" actId="122"/>
          <ac:spMkLst>
            <pc:docMk/>
            <pc:sldMk cId="2150444713" sldId="256"/>
            <ac:spMk id="136" creationId="{D8E26253-AACC-C751-ABC7-7627D8D460A2}"/>
          </ac:spMkLst>
        </pc:spChg>
        <pc:spChg chg="add mod">
          <ac:chgData name="中山直樹" userId="cb34acfc-03ef-4fac-869d-a43ba3e39817" providerId="ADAL" clId="{B2DD55EB-9E0F-4349-B1F0-152576DB8F3E}" dt="2026-01-06T11:37:10.782" v="11401" actId="1036"/>
          <ac:spMkLst>
            <pc:docMk/>
            <pc:sldMk cId="2150444713" sldId="256"/>
            <ac:spMk id="139" creationId="{F4884897-A783-18D8-04F0-1E80681BD24C}"/>
          </ac:spMkLst>
        </pc:spChg>
        <pc:spChg chg="add mod topLvl">
          <ac:chgData name="中山直樹" userId="cb34acfc-03ef-4fac-869d-a43ba3e39817" providerId="ADAL" clId="{B2DD55EB-9E0F-4349-B1F0-152576DB8F3E}" dt="2026-01-06T04:40:22.815" v="10580" actId="165"/>
          <ac:spMkLst>
            <pc:docMk/>
            <pc:sldMk cId="2150444713" sldId="256"/>
            <ac:spMk id="140" creationId="{2BC9A1CF-BF2A-A001-5F3B-128D6D5987F6}"/>
          </ac:spMkLst>
        </pc:spChg>
        <pc:spChg chg="add mod">
          <ac:chgData name="中山直樹" userId="cb34acfc-03ef-4fac-869d-a43ba3e39817" providerId="ADAL" clId="{B2DD55EB-9E0F-4349-B1F0-152576DB8F3E}" dt="2026-01-06T04:38:26.736" v="10574" actId="403"/>
          <ac:spMkLst>
            <pc:docMk/>
            <pc:sldMk cId="2150444713" sldId="256"/>
            <ac:spMk id="141" creationId="{A63B0F09-0158-08B0-1568-A3F8953AA101}"/>
          </ac:spMkLst>
        </pc:spChg>
        <pc:spChg chg="add mod topLvl">
          <ac:chgData name="中山直樹" userId="cb34acfc-03ef-4fac-869d-a43ba3e39817" providerId="ADAL" clId="{B2DD55EB-9E0F-4349-B1F0-152576DB8F3E}" dt="2026-01-06T11:36:28.802" v="11394" actId="122"/>
          <ac:spMkLst>
            <pc:docMk/>
            <pc:sldMk cId="2150444713" sldId="256"/>
            <ac:spMk id="144" creationId="{174544A8-9646-83CB-0B1C-42FBE5266560}"/>
          </ac:spMkLst>
        </pc:spChg>
        <pc:spChg chg="mod topLvl">
          <ac:chgData name="中山直樹" userId="cb34acfc-03ef-4fac-869d-a43ba3e39817" providerId="ADAL" clId="{B2DD55EB-9E0F-4349-B1F0-152576DB8F3E}" dt="2026-01-06T11:37:10.782" v="11401" actId="1036"/>
          <ac:spMkLst>
            <pc:docMk/>
            <pc:sldMk cId="2150444713" sldId="256"/>
            <ac:spMk id="152" creationId="{9D6D97B6-F48D-7602-D916-C408CF710702}"/>
          </ac:spMkLst>
        </pc:spChg>
        <pc:spChg chg="mod topLvl">
          <ac:chgData name="中山直樹" userId="cb34acfc-03ef-4fac-869d-a43ba3e39817" providerId="ADAL" clId="{B2DD55EB-9E0F-4349-B1F0-152576DB8F3E}" dt="2026-01-06T04:38:38.717" v="10577" actId="404"/>
          <ac:spMkLst>
            <pc:docMk/>
            <pc:sldMk cId="2150444713" sldId="256"/>
            <ac:spMk id="153" creationId="{E5A72234-9061-98F8-66FC-B27361E3C1A3}"/>
          </ac:spMkLst>
        </pc:spChg>
        <pc:spChg chg="mod topLvl">
          <ac:chgData name="中山直樹" userId="cb34acfc-03ef-4fac-869d-a43ba3e39817" providerId="ADAL" clId="{B2DD55EB-9E0F-4349-B1F0-152576DB8F3E}" dt="2026-01-06T04:38:26.736" v="10574" actId="403"/>
          <ac:spMkLst>
            <pc:docMk/>
            <pc:sldMk cId="2150444713" sldId="256"/>
            <ac:spMk id="154" creationId="{A272DA79-A76D-71A3-B33F-9D4E2E5629E4}"/>
          </ac:spMkLst>
        </pc:spChg>
        <pc:spChg chg="mod topLvl">
          <ac:chgData name="中山直樹" userId="cb34acfc-03ef-4fac-869d-a43ba3e39817" providerId="ADAL" clId="{B2DD55EB-9E0F-4349-B1F0-152576DB8F3E}" dt="2026-01-06T11:36:28.802" v="11394" actId="122"/>
          <ac:spMkLst>
            <pc:docMk/>
            <pc:sldMk cId="2150444713" sldId="256"/>
            <ac:spMk id="155" creationId="{D4561016-C51D-2E01-D354-225BA404ACBE}"/>
          </ac:spMkLst>
        </pc:spChg>
        <pc:spChg chg="add mod topLvl">
          <ac:chgData name="中山直樹" userId="cb34acfc-03ef-4fac-869d-a43ba3e39817" providerId="ADAL" clId="{B2DD55EB-9E0F-4349-B1F0-152576DB8F3E}" dt="2026-01-06T11:37:10.782" v="11401" actId="1036"/>
          <ac:spMkLst>
            <pc:docMk/>
            <pc:sldMk cId="2150444713" sldId="256"/>
            <ac:spMk id="160" creationId="{CB0FD311-40E5-1F57-2356-8B9BA28144A6}"/>
          </ac:spMkLst>
        </pc:spChg>
        <pc:spChg chg="mod topLvl">
          <ac:chgData name="中山直樹" userId="cb34acfc-03ef-4fac-869d-a43ba3e39817" providerId="ADAL" clId="{B2DD55EB-9E0F-4349-B1F0-152576DB8F3E}" dt="2025-12-24T09:36:17.730" v="10345" actId="164"/>
          <ac:spMkLst>
            <pc:docMk/>
            <pc:sldMk cId="2150444713" sldId="256"/>
            <ac:spMk id="169" creationId="{6D3730A3-0823-ED1D-9B4F-9EB49189FDFF}"/>
          </ac:spMkLst>
        </pc:spChg>
        <pc:spChg chg="mod topLvl">
          <ac:chgData name="中山直樹" userId="cb34acfc-03ef-4fac-869d-a43ba3e39817" providerId="ADAL" clId="{B2DD55EB-9E0F-4349-B1F0-152576DB8F3E}" dt="2026-01-06T04:41:02.275" v="10609" actId="1036"/>
          <ac:spMkLst>
            <pc:docMk/>
            <pc:sldMk cId="2150444713" sldId="256"/>
            <ac:spMk id="170" creationId="{2D8DC533-755E-28DF-84E3-20440234B281}"/>
          </ac:spMkLst>
        </pc:spChg>
        <pc:spChg chg="add mod topLvl">
          <ac:chgData name="中山直樹" userId="cb34acfc-03ef-4fac-869d-a43ba3e39817" providerId="ADAL" clId="{B2DD55EB-9E0F-4349-B1F0-152576DB8F3E}" dt="2026-01-06T04:42:00.098" v="10615" actId="1076"/>
          <ac:spMkLst>
            <pc:docMk/>
            <pc:sldMk cId="2150444713" sldId="256"/>
            <ac:spMk id="189" creationId="{7E962C0D-488A-01F7-0048-E8EAE499AF75}"/>
          </ac:spMkLst>
        </pc:spChg>
        <pc:spChg chg="add mod topLvl">
          <ac:chgData name="中山直樹" userId="cb34acfc-03ef-4fac-869d-a43ba3e39817" providerId="ADAL" clId="{B2DD55EB-9E0F-4349-B1F0-152576DB8F3E}" dt="2026-01-06T11:37:10.782" v="11401" actId="1036"/>
          <ac:spMkLst>
            <pc:docMk/>
            <pc:sldMk cId="2150444713" sldId="256"/>
            <ac:spMk id="190" creationId="{BBD10CCA-4C9E-495B-F957-DDE7C5DA3318}"/>
          </ac:spMkLst>
        </pc:spChg>
        <pc:spChg chg="add mod">
          <ac:chgData name="中山直樹" userId="cb34acfc-03ef-4fac-869d-a43ba3e39817" providerId="ADAL" clId="{B2DD55EB-9E0F-4349-B1F0-152576DB8F3E}" dt="2026-01-06T04:41:02.275" v="10609" actId="1036"/>
          <ac:spMkLst>
            <pc:docMk/>
            <pc:sldMk cId="2150444713" sldId="256"/>
            <ac:spMk id="204" creationId="{2A6A62DA-4AEA-A0C4-E752-25258858270D}"/>
          </ac:spMkLst>
        </pc:spChg>
        <pc:spChg chg="add mod">
          <ac:chgData name="中山直樹" userId="cb34acfc-03ef-4fac-869d-a43ba3e39817" providerId="ADAL" clId="{B2DD55EB-9E0F-4349-B1F0-152576DB8F3E}" dt="2026-01-06T04:42:00.098" v="10615" actId="1076"/>
          <ac:spMkLst>
            <pc:docMk/>
            <pc:sldMk cId="2150444713" sldId="256"/>
            <ac:spMk id="221" creationId="{F5A8EA2D-6A32-4CAF-0433-E7AA9D8D4194}"/>
          </ac:spMkLst>
        </pc:spChg>
        <pc:spChg chg="add del mod">
          <ac:chgData name="中山直樹" userId="cb34acfc-03ef-4fac-869d-a43ba3e39817" providerId="ADAL" clId="{B2DD55EB-9E0F-4349-B1F0-152576DB8F3E}" dt="2026-01-06T04:59:11.599" v="11160" actId="478"/>
          <ac:spMkLst>
            <pc:docMk/>
            <pc:sldMk cId="2150444713" sldId="256"/>
            <ac:spMk id="223" creationId="{329945CA-3831-7609-F123-703299A8EFD0}"/>
          </ac:spMkLst>
        </pc:spChg>
        <pc:spChg chg="add mod">
          <ac:chgData name="中山直樹" userId="cb34acfc-03ef-4fac-869d-a43ba3e39817" providerId="ADAL" clId="{B2DD55EB-9E0F-4349-B1F0-152576DB8F3E}" dt="2026-01-06T11:37:10.782" v="11401" actId="1036"/>
          <ac:spMkLst>
            <pc:docMk/>
            <pc:sldMk cId="2150444713" sldId="256"/>
            <ac:spMk id="237" creationId="{70773DBE-C2C1-50F5-8E57-10E0CF0F581B}"/>
          </ac:spMkLst>
        </pc:spChg>
        <pc:spChg chg="add mod topLvl">
          <ac:chgData name="中山直樹" userId="cb34acfc-03ef-4fac-869d-a43ba3e39817" providerId="ADAL" clId="{B2DD55EB-9E0F-4349-B1F0-152576DB8F3E}" dt="2026-01-06T04:42:28.210" v="10617" actId="1076"/>
          <ac:spMkLst>
            <pc:docMk/>
            <pc:sldMk cId="2150444713" sldId="256"/>
            <ac:spMk id="238" creationId="{4E926CB6-3267-46A7-1A63-0CC0272D3D27}"/>
          </ac:spMkLst>
        </pc:spChg>
        <pc:spChg chg="add mod">
          <ac:chgData name="中山直樹" userId="cb34acfc-03ef-4fac-869d-a43ba3e39817" providerId="ADAL" clId="{B2DD55EB-9E0F-4349-B1F0-152576DB8F3E}" dt="2026-01-06T04:59:33.233" v="11166" actId="20577"/>
          <ac:spMkLst>
            <pc:docMk/>
            <pc:sldMk cId="2150444713" sldId="256"/>
            <ac:spMk id="241" creationId="{3DDE8FB2-B074-D983-0F45-370F87349424}"/>
          </ac:spMkLst>
        </pc:spChg>
        <pc:spChg chg="add del mod">
          <ac:chgData name="中山直樹" userId="cb34acfc-03ef-4fac-869d-a43ba3e39817" providerId="ADAL" clId="{B2DD55EB-9E0F-4349-B1F0-152576DB8F3E}" dt="2026-01-06T04:43:50.089" v="10673" actId="478"/>
          <ac:spMkLst>
            <pc:docMk/>
            <pc:sldMk cId="2150444713" sldId="256"/>
            <ac:spMk id="243" creationId="{15E86D43-2979-BDF9-9FD0-4EF4815D9DB7}"/>
          </ac:spMkLst>
        </pc:spChg>
        <pc:spChg chg="add mod">
          <ac:chgData name="中山直樹" userId="cb34acfc-03ef-4fac-869d-a43ba3e39817" providerId="ADAL" clId="{B2DD55EB-9E0F-4349-B1F0-152576DB8F3E}" dt="2026-01-06T11:36:28.802" v="11394" actId="122"/>
          <ac:spMkLst>
            <pc:docMk/>
            <pc:sldMk cId="2150444713" sldId="256"/>
            <ac:spMk id="244" creationId="{400A4BB0-8B65-B78C-39C2-EE043CF0EDD8}"/>
          </ac:spMkLst>
        </pc:spChg>
        <pc:spChg chg="add mod">
          <ac:chgData name="中山直樹" userId="cb34acfc-03ef-4fac-869d-a43ba3e39817" providerId="ADAL" clId="{B2DD55EB-9E0F-4349-B1F0-152576DB8F3E}" dt="2026-01-06T04:43:32.450" v="10651" actId="571"/>
          <ac:spMkLst>
            <pc:docMk/>
            <pc:sldMk cId="2150444713" sldId="256"/>
            <ac:spMk id="245" creationId="{301D319A-EFE4-4394-D14C-1F2466F39D6D}"/>
          </ac:spMkLst>
        </pc:spChg>
        <pc:spChg chg="add mod">
          <ac:chgData name="中山直樹" userId="cb34acfc-03ef-4fac-869d-a43ba3e39817" providerId="ADAL" clId="{B2DD55EB-9E0F-4349-B1F0-152576DB8F3E}" dt="2026-01-06T04:43:59.100" v="10684" actId="20577"/>
          <ac:spMkLst>
            <pc:docMk/>
            <pc:sldMk cId="2150444713" sldId="256"/>
            <ac:spMk id="246" creationId="{50BFEB8E-D6BB-0A01-FF82-4958B2E38812}"/>
          </ac:spMkLst>
        </pc:spChg>
        <pc:spChg chg="add mod">
          <ac:chgData name="中山直樹" userId="cb34acfc-03ef-4fac-869d-a43ba3e39817" providerId="ADAL" clId="{B2DD55EB-9E0F-4349-B1F0-152576DB8F3E}" dt="2026-01-06T04:44:03.740" v="10697" actId="20577"/>
          <ac:spMkLst>
            <pc:docMk/>
            <pc:sldMk cId="2150444713" sldId="256"/>
            <ac:spMk id="247" creationId="{7E6EC518-3FA5-51C0-A897-38B6135B4F06}"/>
          </ac:spMkLst>
        </pc:spChg>
        <pc:spChg chg="add mod">
          <ac:chgData name="中山直樹" userId="cb34acfc-03ef-4fac-869d-a43ba3e39817" providerId="ADAL" clId="{B2DD55EB-9E0F-4349-B1F0-152576DB8F3E}" dt="2026-01-06T04:44:39.105" v="10706" actId="20577"/>
          <ac:spMkLst>
            <pc:docMk/>
            <pc:sldMk cId="2150444713" sldId="256"/>
            <ac:spMk id="248" creationId="{7E974CCC-1C70-4183-1520-C7A5BACE20CC}"/>
          </ac:spMkLst>
        </pc:spChg>
        <pc:spChg chg="add mod">
          <ac:chgData name="中山直樹" userId="cb34acfc-03ef-4fac-869d-a43ba3e39817" providerId="ADAL" clId="{B2DD55EB-9E0F-4349-B1F0-152576DB8F3E}" dt="2026-01-06T11:37:10.782" v="11401" actId="1036"/>
          <ac:spMkLst>
            <pc:docMk/>
            <pc:sldMk cId="2150444713" sldId="256"/>
            <ac:spMk id="249" creationId="{C5372F12-934A-D213-9665-55E053FD5611}"/>
          </ac:spMkLst>
        </pc:spChg>
        <pc:spChg chg="add mod">
          <ac:chgData name="中山直樹" userId="cb34acfc-03ef-4fac-869d-a43ba3e39817" providerId="ADAL" clId="{B2DD55EB-9E0F-4349-B1F0-152576DB8F3E}" dt="2026-01-06T04:44:43.395" v="10711" actId="20577"/>
          <ac:spMkLst>
            <pc:docMk/>
            <pc:sldMk cId="2150444713" sldId="256"/>
            <ac:spMk id="252" creationId="{0FB58203-8979-7AE3-72E0-165AFDBD1B9B}"/>
          </ac:spMkLst>
        </pc:spChg>
        <pc:spChg chg="add mod">
          <ac:chgData name="中山直樹" userId="cb34acfc-03ef-4fac-869d-a43ba3e39817" providerId="ADAL" clId="{B2DD55EB-9E0F-4349-B1F0-152576DB8F3E}" dt="2026-01-06T11:34:53.029" v="11392" actId="122"/>
          <ac:spMkLst>
            <pc:docMk/>
            <pc:sldMk cId="2150444713" sldId="256"/>
            <ac:spMk id="273" creationId="{9ECF38CF-29E2-1C28-BF32-F1825C2F88D9}"/>
          </ac:spMkLst>
        </pc:spChg>
        <pc:spChg chg="add del mod topLvl">
          <ac:chgData name="中山直樹" userId="cb34acfc-03ef-4fac-869d-a43ba3e39817" providerId="ADAL" clId="{B2DD55EB-9E0F-4349-B1F0-152576DB8F3E}" dt="2026-01-06T04:45:34.944" v="10720" actId="478"/>
          <ac:spMkLst>
            <pc:docMk/>
            <pc:sldMk cId="2150444713" sldId="256"/>
            <ac:spMk id="274" creationId="{E92B89C4-831D-CCCB-302F-A0BB992C569D}"/>
          </ac:spMkLst>
        </pc:spChg>
        <pc:spChg chg="add mod">
          <ac:chgData name="中山直樹" userId="cb34acfc-03ef-4fac-869d-a43ba3e39817" providerId="ADAL" clId="{B2DD55EB-9E0F-4349-B1F0-152576DB8F3E}" dt="2026-01-06T04:45:53.580" v="10732" actId="1035"/>
          <ac:spMkLst>
            <pc:docMk/>
            <pc:sldMk cId="2150444713" sldId="256"/>
            <ac:spMk id="275" creationId="{312F9375-A1E1-912E-622F-4B7D7D8C3176}"/>
          </ac:spMkLst>
        </pc:spChg>
        <pc:spChg chg="add mod">
          <ac:chgData name="中山直樹" userId="cb34acfc-03ef-4fac-869d-a43ba3e39817" providerId="ADAL" clId="{B2DD55EB-9E0F-4349-B1F0-152576DB8F3E}" dt="2026-01-06T04:50:27.968" v="10826" actId="404"/>
          <ac:spMkLst>
            <pc:docMk/>
            <pc:sldMk cId="2150444713" sldId="256"/>
            <ac:spMk id="277" creationId="{D6035ECE-75A6-DA80-D3B9-F66D51E28CFB}"/>
          </ac:spMkLst>
        </pc:spChg>
        <pc:spChg chg="add mod">
          <ac:chgData name="中山直樹" userId="cb34acfc-03ef-4fac-869d-a43ba3e39817" providerId="ADAL" clId="{B2DD55EB-9E0F-4349-B1F0-152576DB8F3E}" dt="2026-01-06T11:36:54.374" v="11395" actId="14100"/>
          <ac:spMkLst>
            <pc:docMk/>
            <pc:sldMk cId="2150444713" sldId="256"/>
            <ac:spMk id="278" creationId="{FE44A24C-A37F-4D8E-A065-548B486DCE8A}"/>
          </ac:spMkLst>
        </pc:spChg>
        <pc:spChg chg="add mod">
          <ac:chgData name="中山直樹" userId="cb34acfc-03ef-4fac-869d-a43ba3e39817" providerId="ADAL" clId="{B2DD55EB-9E0F-4349-B1F0-152576DB8F3E}" dt="2026-01-06T11:36:59.772" v="11400" actId="1035"/>
          <ac:spMkLst>
            <pc:docMk/>
            <pc:sldMk cId="2150444713" sldId="256"/>
            <ac:spMk id="281" creationId="{81C7839D-8055-3E66-84FC-60E31EC8BDD4}"/>
          </ac:spMkLst>
        </pc:spChg>
        <pc:spChg chg="add mod">
          <ac:chgData name="中山直樹" userId="cb34acfc-03ef-4fac-869d-a43ba3e39817" providerId="ADAL" clId="{B2DD55EB-9E0F-4349-B1F0-152576DB8F3E}" dt="2026-01-06T04:42:00.098" v="10615" actId="1076"/>
          <ac:spMkLst>
            <pc:docMk/>
            <pc:sldMk cId="2150444713" sldId="256"/>
            <ac:spMk id="283" creationId="{BF8D1E32-8F14-BC62-55BB-D7B45884260A}"/>
          </ac:spMkLst>
        </pc:spChg>
        <pc:spChg chg="add mod">
          <ac:chgData name="中山直樹" userId="cb34acfc-03ef-4fac-869d-a43ba3e39817" providerId="ADAL" clId="{B2DD55EB-9E0F-4349-B1F0-152576DB8F3E}" dt="2026-01-06T11:36:59.772" v="11400" actId="1035"/>
          <ac:spMkLst>
            <pc:docMk/>
            <pc:sldMk cId="2150444713" sldId="256"/>
            <ac:spMk id="285" creationId="{32D6A77F-F363-4755-07A8-9D990F4F6117}"/>
          </ac:spMkLst>
        </pc:spChg>
        <pc:spChg chg="add mod">
          <ac:chgData name="中山直樹" userId="cb34acfc-03ef-4fac-869d-a43ba3e39817" providerId="ADAL" clId="{B2DD55EB-9E0F-4349-B1F0-152576DB8F3E}" dt="2026-01-06T04:56:53.731" v="10882" actId="571"/>
          <ac:spMkLst>
            <pc:docMk/>
            <pc:sldMk cId="2150444713" sldId="256"/>
            <ac:spMk id="286" creationId="{8B7856A4-D548-C118-434E-6A4AEAA6BEE5}"/>
          </ac:spMkLst>
        </pc:spChg>
        <pc:grpChg chg="mod">
          <ac:chgData name="中山直樹" userId="cb34acfc-03ef-4fac-869d-a43ba3e39817" providerId="ADAL" clId="{B2DD55EB-9E0F-4349-B1F0-152576DB8F3E}" dt="2026-01-06T04:53:03.771" v="10870" actId="1038"/>
          <ac:grpSpMkLst>
            <pc:docMk/>
            <pc:sldMk cId="2150444713" sldId="256"/>
            <ac:grpSpMk id="9" creationId="{FB579F7B-0FF5-1A68-98A4-04C3FB3E22F6}"/>
          </ac:grpSpMkLst>
        </pc:grpChg>
        <pc:grpChg chg="mod">
          <ac:chgData name="中山直樹" userId="cb34acfc-03ef-4fac-869d-a43ba3e39817" providerId="ADAL" clId="{B2DD55EB-9E0F-4349-B1F0-152576DB8F3E}" dt="2026-01-06T04:38:05.968" v="10567" actId="1076"/>
          <ac:grpSpMkLst>
            <pc:docMk/>
            <pc:sldMk cId="2150444713" sldId="256"/>
            <ac:grpSpMk id="20" creationId="{135C9C1E-8456-1360-B5DF-84691D9A529C}"/>
          </ac:grpSpMkLst>
        </pc:grpChg>
        <pc:cxnChg chg="add mod">
          <ac:chgData name="中山直樹" userId="cb34acfc-03ef-4fac-869d-a43ba3e39817" providerId="ADAL" clId="{B2DD55EB-9E0F-4349-B1F0-152576DB8F3E}" dt="2026-01-06T04:45:12.913" v="10718" actId="14100"/>
          <ac:cxnSpMkLst>
            <pc:docMk/>
            <pc:sldMk cId="2150444713" sldId="256"/>
            <ac:cxnSpMk id="116" creationId="{6B161127-2EED-2642-FEF0-F24CB76D2771}"/>
          </ac:cxnSpMkLst>
        </pc:cxnChg>
        <pc:cxnChg chg="add mod">
          <ac:chgData name="中山直樹" userId="cb34acfc-03ef-4fac-869d-a43ba3e39817" providerId="ADAL" clId="{B2DD55EB-9E0F-4349-B1F0-152576DB8F3E}" dt="2026-01-06T04:45:12.913" v="10718" actId="14100"/>
          <ac:cxnSpMkLst>
            <pc:docMk/>
            <pc:sldMk cId="2150444713" sldId="256"/>
            <ac:cxnSpMk id="132" creationId="{20FAF6AA-63B7-D55F-C7FA-39FE2BC3C6E1}"/>
          </ac:cxnSpMkLst>
        </pc:cxnChg>
        <pc:cxnChg chg="add mod">
          <ac:chgData name="中山直樹" userId="cb34acfc-03ef-4fac-869d-a43ba3e39817" providerId="ADAL" clId="{B2DD55EB-9E0F-4349-B1F0-152576DB8F3E}" dt="2026-01-06T04:45:12.913" v="10718" actId="14100"/>
          <ac:cxnSpMkLst>
            <pc:docMk/>
            <pc:sldMk cId="2150444713" sldId="256"/>
            <ac:cxnSpMk id="148" creationId="{572F48D5-942B-F173-1983-F62E17DCB7A0}"/>
          </ac:cxnSpMkLst>
        </pc:cxnChg>
        <pc:cxnChg chg="add mod">
          <ac:chgData name="中山直樹" userId="cb34acfc-03ef-4fac-869d-a43ba3e39817" providerId="ADAL" clId="{B2DD55EB-9E0F-4349-B1F0-152576DB8F3E}" dt="2026-01-06T04:45:12.913" v="10718" actId="14100"/>
          <ac:cxnSpMkLst>
            <pc:docMk/>
            <pc:sldMk cId="2150444713" sldId="256"/>
            <ac:cxnSpMk id="157" creationId="{230B7C83-5E18-C51E-3A4F-104B9BAF1C66}"/>
          </ac:cxnSpMkLst>
        </pc:cxnChg>
        <pc:cxnChg chg="add del mod">
          <ac:chgData name="中山直樹" userId="cb34acfc-03ef-4fac-869d-a43ba3e39817" providerId="ADAL" clId="{B2DD55EB-9E0F-4349-B1F0-152576DB8F3E}" dt="2026-01-06T04:41:33.100" v="10611" actId="1076"/>
          <ac:cxnSpMkLst>
            <pc:docMk/>
            <pc:sldMk cId="2150444713" sldId="256"/>
            <ac:cxnSpMk id="162" creationId="{B58486C6-97F2-1E96-4C80-7F935C785B7A}"/>
          </ac:cxnSpMkLst>
        </pc:cxnChg>
        <pc:cxnChg chg="add mod">
          <ac:chgData name="中山直樹" userId="cb34acfc-03ef-4fac-869d-a43ba3e39817" providerId="ADAL" clId="{B2DD55EB-9E0F-4349-B1F0-152576DB8F3E}" dt="2026-01-06T04:41:18.269" v="10610" actId="1076"/>
          <ac:cxnSpMkLst>
            <pc:docMk/>
            <pc:sldMk cId="2150444713" sldId="256"/>
            <ac:cxnSpMk id="163" creationId="{FE482816-C689-0EAF-DEA8-04862A058D41}"/>
          </ac:cxnSpMkLst>
        </pc:cxnChg>
        <pc:cxnChg chg="add mod">
          <ac:chgData name="中山直樹" userId="cb34acfc-03ef-4fac-869d-a43ba3e39817" providerId="ADAL" clId="{B2DD55EB-9E0F-4349-B1F0-152576DB8F3E}" dt="2026-01-06T04:47:33.595" v="10800" actId="14100"/>
          <ac:cxnSpMkLst>
            <pc:docMk/>
            <pc:sldMk cId="2150444713" sldId="256"/>
            <ac:cxnSpMk id="205" creationId="{5D977DDE-33BC-1D93-6E3B-752B82E696A5}"/>
          </ac:cxnSpMkLst>
        </pc:cxnChg>
        <pc:cxnChg chg="add mod">
          <ac:chgData name="中山直樹" userId="cb34acfc-03ef-4fac-869d-a43ba3e39817" providerId="ADAL" clId="{B2DD55EB-9E0F-4349-B1F0-152576DB8F3E}" dt="2026-01-06T04:47:26.188" v="10799" actId="14100"/>
          <ac:cxnSpMkLst>
            <pc:docMk/>
            <pc:sldMk cId="2150444713" sldId="256"/>
            <ac:cxnSpMk id="209" creationId="{BA4478E3-FA83-9A11-634F-72E1FE46608F}"/>
          </ac:cxnSpMkLst>
        </pc:cxnChg>
        <pc:cxnChg chg="add mod">
          <ac:chgData name="中山直樹" userId="cb34acfc-03ef-4fac-869d-a43ba3e39817" providerId="ADAL" clId="{B2DD55EB-9E0F-4349-B1F0-152576DB8F3E}" dt="2026-01-06T04:47:13.538" v="10798" actId="14100"/>
          <ac:cxnSpMkLst>
            <pc:docMk/>
            <pc:sldMk cId="2150444713" sldId="256"/>
            <ac:cxnSpMk id="213" creationId="{89F3C698-2899-51D0-EDBB-CD9A9EADD7A5}"/>
          </ac:cxnSpMkLst>
        </pc:cxnChg>
        <pc:cxnChg chg="add mod">
          <ac:chgData name="中山直樹" userId="cb34acfc-03ef-4fac-869d-a43ba3e39817" providerId="ADAL" clId="{B2DD55EB-9E0F-4349-B1F0-152576DB8F3E}" dt="2026-01-06T04:42:00.098" v="10615" actId="1076"/>
          <ac:cxnSpMkLst>
            <pc:docMk/>
            <pc:sldMk cId="2150444713" sldId="256"/>
            <ac:cxnSpMk id="224" creationId="{74F8F0C6-1A4F-9CA6-F699-46349DB3DDFA}"/>
          </ac:cxnSpMkLst>
        </pc:cxnChg>
        <pc:cxnChg chg="add mod">
          <ac:chgData name="中山直樹" userId="cb34acfc-03ef-4fac-869d-a43ba3e39817" providerId="ADAL" clId="{B2DD55EB-9E0F-4349-B1F0-152576DB8F3E}" dt="2026-01-06T04:42:00.098" v="10615" actId="1076"/>
          <ac:cxnSpMkLst>
            <pc:docMk/>
            <pc:sldMk cId="2150444713" sldId="256"/>
            <ac:cxnSpMk id="227" creationId="{EF98AB59-A34F-990C-F807-1F1BB037375B}"/>
          </ac:cxnSpMkLst>
        </pc:cxnChg>
        <pc:cxnChg chg="add mod">
          <ac:chgData name="中山直樹" userId="cb34acfc-03ef-4fac-869d-a43ba3e39817" providerId="ADAL" clId="{B2DD55EB-9E0F-4349-B1F0-152576DB8F3E}" dt="2026-01-06T04:42:00.098" v="10615" actId="1076"/>
          <ac:cxnSpMkLst>
            <pc:docMk/>
            <pc:sldMk cId="2150444713" sldId="256"/>
            <ac:cxnSpMk id="231" creationId="{070A4FD2-70A6-A4D8-6A3E-BC2B96145CC8}"/>
          </ac:cxnSpMkLst>
        </pc:cxnChg>
        <pc:cxnChg chg="add mod">
          <ac:chgData name="中山直樹" userId="cb34acfc-03ef-4fac-869d-a43ba3e39817" providerId="ADAL" clId="{B2DD55EB-9E0F-4349-B1F0-152576DB8F3E}" dt="2026-01-06T04:42:20.911" v="10616" actId="1076"/>
          <ac:cxnSpMkLst>
            <pc:docMk/>
            <pc:sldMk cId="2150444713" sldId="256"/>
            <ac:cxnSpMk id="239" creationId="{0438B371-C5FF-615C-7BD0-FDC95D8E64EB}"/>
          </ac:cxnSpMkLst>
        </pc:cxnChg>
        <pc:cxnChg chg="add mod">
          <ac:chgData name="中山直樹" userId="cb34acfc-03ef-4fac-869d-a43ba3e39817" providerId="ADAL" clId="{B2DD55EB-9E0F-4349-B1F0-152576DB8F3E}" dt="2026-01-06T04:42:28.210" v="10617" actId="1076"/>
          <ac:cxnSpMkLst>
            <pc:docMk/>
            <pc:sldMk cId="2150444713" sldId="256"/>
            <ac:cxnSpMk id="242" creationId="{868D7B7C-262D-B440-BEA6-2C6F33EC7E6A}"/>
          </ac:cxnSpMkLst>
        </pc:cxnChg>
        <pc:cxnChg chg="add mod">
          <ac:chgData name="中山直樹" userId="cb34acfc-03ef-4fac-869d-a43ba3e39817" providerId="ADAL" clId="{B2DD55EB-9E0F-4349-B1F0-152576DB8F3E}" dt="2026-01-06T04:44:30.394" v="10702" actId="14100"/>
          <ac:cxnSpMkLst>
            <pc:docMk/>
            <pc:sldMk cId="2150444713" sldId="256"/>
            <ac:cxnSpMk id="250" creationId="{7F4D8772-B3A9-2A44-DF4A-8EFF87B414EC}"/>
          </ac:cxnSpMkLst>
        </pc:cxnChg>
        <pc:cxnChg chg="add mod">
          <ac:chgData name="中山直樹" userId="cb34acfc-03ef-4fac-869d-a43ba3e39817" providerId="ADAL" clId="{B2DD55EB-9E0F-4349-B1F0-152576DB8F3E}" dt="2026-01-06T04:42:45.802" v="10618" actId="1076"/>
          <ac:cxnSpMkLst>
            <pc:docMk/>
            <pc:sldMk cId="2150444713" sldId="256"/>
            <ac:cxnSpMk id="251" creationId="{EB7A9242-6332-FF09-A9C7-97EC3A865875}"/>
          </ac:cxnSpMkLst>
        </pc:cxnChg>
        <pc:cxnChg chg="add mod">
          <ac:chgData name="中山直樹" userId="cb34acfc-03ef-4fac-869d-a43ba3e39817" providerId="ADAL" clId="{B2DD55EB-9E0F-4349-B1F0-152576DB8F3E}" dt="2026-01-06T04:44:34.838" v="10703" actId="14100"/>
          <ac:cxnSpMkLst>
            <pc:docMk/>
            <pc:sldMk cId="2150444713" sldId="256"/>
            <ac:cxnSpMk id="253" creationId="{9E663868-C9E0-7B19-5992-C254C32C8748}"/>
          </ac:cxnSpMkLst>
        </pc:cxnChg>
        <pc:cxnChg chg="add mod">
          <ac:chgData name="中山直樹" userId="cb34acfc-03ef-4fac-869d-a43ba3e39817" providerId="ADAL" clId="{B2DD55EB-9E0F-4349-B1F0-152576DB8F3E}" dt="2026-01-06T04:45:12.913" v="10718" actId="14100"/>
          <ac:cxnSpMkLst>
            <pc:docMk/>
            <pc:sldMk cId="2150444713" sldId="256"/>
            <ac:cxnSpMk id="257" creationId="{D01F7F2B-0CA4-DBBC-7D06-DD2A7057BDAC}"/>
          </ac:cxnSpMkLst>
        </pc:cxnChg>
        <pc:cxnChg chg="add mod">
          <ac:chgData name="中山直樹" userId="cb34acfc-03ef-4fac-869d-a43ba3e39817" providerId="ADAL" clId="{B2DD55EB-9E0F-4349-B1F0-152576DB8F3E}" dt="2026-01-06T04:45:12.913" v="10718" actId="14100"/>
          <ac:cxnSpMkLst>
            <pc:docMk/>
            <pc:sldMk cId="2150444713" sldId="256"/>
            <ac:cxnSpMk id="260" creationId="{C8EF351F-7576-A1AB-DBC9-02B6F4A45A54}"/>
          </ac:cxnSpMkLst>
        </pc:cxnChg>
        <pc:cxnChg chg="add mod">
          <ac:chgData name="中山直樹" userId="cb34acfc-03ef-4fac-869d-a43ba3e39817" providerId="ADAL" clId="{B2DD55EB-9E0F-4349-B1F0-152576DB8F3E}" dt="2026-01-06T04:42:28.210" v="10617" actId="1076"/>
          <ac:cxnSpMkLst>
            <pc:docMk/>
            <pc:sldMk cId="2150444713" sldId="256"/>
            <ac:cxnSpMk id="272" creationId="{0D98C3C3-05D2-8470-A7E7-F6FB607D5021}"/>
          </ac:cxnSpMkLst>
        </pc:cxnChg>
        <pc:cxnChg chg="add mod">
          <ac:chgData name="中山直樹" userId="cb34acfc-03ef-4fac-869d-a43ba3e39817" providerId="ADAL" clId="{B2DD55EB-9E0F-4349-B1F0-152576DB8F3E}" dt="2026-01-06T11:36:59.772" v="11400" actId="1035"/>
          <ac:cxnSpMkLst>
            <pc:docMk/>
            <pc:sldMk cId="2150444713" sldId="256"/>
            <ac:cxnSpMk id="284" creationId="{4ABDA8E2-0A57-CFA0-A13D-BC328F652AEE}"/>
          </ac:cxnSpMkLst>
        </pc:cxnChg>
        <pc:cxnChg chg="add mod">
          <ac:chgData name="中山直樹" userId="cb34acfc-03ef-4fac-869d-a43ba3e39817" providerId="ADAL" clId="{B2DD55EB-9E0F-4349-B1F0-152576DB8F3E}" dt="2026-01-06T04:42:00.098" v="10615" actId="1076"/>
          <ac:cxnSpMkLst>
            <pc:docMk/>
            <pc:sldMk cId="2150444713" sldId="256"/>
            <ac:cxnSpMk id="287" creationId="{D7CABE85-5B74-89CC-879F-E6C8685AE323}"/>
          </ac:cxnSpMkLst>
        </pc:cxnChg>
      </pc:sldChg>
      <pc:sldChg chg="add del">
        <pc:chgData name="中山直樹" userId="cb34acfc-03ef-4fac-869d-a43ba3e39817" providerId="ADAL" clId="{B2DD55EB-9E0F-4349-B1F0-152576DB8F3E}" dt="2025-10-29T08:17:48.747" v="5549"/>
        <pc:sldMkLst>
          <pc:docMk/>
          <pc:sldMk cId="3972999753" sldId="256"/>
        </pc:sldMkLst>
      </pc:sldChg>
      <pc:sldChg chg="addSp delSp modSp add del mod">
        <pc:chgData name="中山直樹" userId="cb34acfc-03ef-4fac-869d-a43ba3e39817" providerId="ADAL" clId="{B2DD55EB-9E0F-4349-B1F0-152576DB8F3E}" dt="2026-01-06T04:52:43.528" v="10842" actId="47"/>
        <pc:sldMkLst>
          <pc:docMk/>
          <pc:sldMk cId="1432354018" sldId="257"/>
        </pc:sldMkLst>
      </pc:sldChg>
      <pc:sldChg chg="addSp delSp modSp add del mod">
        <pc:chgData name="中山直樹" userId="cb34acfc-03ef-4fac-869d-a43ba3e39817" providerId="ADAL" clId="{B2DD55EB-9E0F-4349-B1F0-152576DB8F3E}" dt="2025-12-22T03:07:49.404" v="8124" actId="47"/>
        <pc:sldMkLst>
          <pc:docMk/>
          <pc:sldMk cId="1983779713" sldId="257"/>
        </pc:sldMkLst>
      </pc:sldChg>
      <pc:sldChg chg="addSp delSp modSp add mod">
        <pc:chgData name="中山直樹" userId="cb34acfc-03ef-4fac-869d-a43ba3e39817" providerId="ADAL" clId="{B2DD55EB-9E0F-4349-B1F0-152576DB8F3E}" dt="2026-01-06T11:23:51.388" v="11388" actId="20577"/>
        <pc:sldMkLst>
          <pc:docMk/>
          <pc:sldMk cId="2868678649" sldId="257"/>
        </pc:sldMkLst>
        <pc:spChg chg="mod">
          <ac:chgData name="中山直樹" userId="cb34acfc-03ef-4fac-869d-a43ba3e39817" providerId="ADAL" clId="{B2DD55EB-9E0F-4349-B1F0-152576DB8F3E}" dt="2026-01-06T11:01:03.377" v="11260" actId="20577"/>
          <ac:spMkLst>
            <pc:docMk/>
            <pc:sldMk cId="2868678649" sldId="257"/>
            <ac:spMk id="2" creationId="{8E9715BF-C567-7348-6F3B-82264B6C4652}"/>
          </ac:spMkLst>
        </pc:spChg>
        <pc:spChg chg="add mod">
          <ac:chgData name="中山直樹" userId="cb34acfc-03ef-4fac-869d-a43ba3e39817" providerId="ADAL" clId="{B2DD55EB-9E0F-4349-B1F0-152576DB8F3E}" dt="2026-01-06T11:23:51.388" v="11388" actId="20577"/>
          <ac:spMkLst>
            <pc:docMk/>
            <pc:sldMk cId="2868678649" sldId="257"/>
            <ac:spMk id="6" creationId="{A9F2A613-2BDA-E47B-3C2B-911F73894DBC}"/>
          </ac:spMkLst>
        </pc:spChg>
        <pc:spChg chg="del">
          <ac:chgData name="中山直樹" userId="cb34acfc-03ef-4fac-869d-a43ba3e39817" providerId="ADAL" clId="{B2DD55EB-9E0F-4349-B1F0-152576DB8F3E}" dt="2026-01-06T11:00:29.916" v="11179" actId="478"/>
          <ac:spMkLst>
            <pc:docMk/>
            <pc:sldMk cId="2868678649" sldId="257"/>
            <ac:spMk id="136" creationId="{1152B042-A7AF-A294-3BC1-41B392CB8A14}"/>
          </ac:spMkLst>
        </pc:spChg>
        <pc:spChg chg="del">
          <ac:chgData name="中山直樹" userId="cb34acfc-03ef-4fac-869d-a43ba3e39817" providerId="ADAL" clId="{B2DD55EB-9E0F-4349-B1F0-152576DB8F3E}" dt="2026-01-06T11:00:29.916" v="11179" actId="478"/>
          <ac:spMkLst>
            <pc:docMk/>
            <pc:sldMk cId="2868678649" sldId="257"/>
            <ac:spMk id="140" creationId="{E014EB00-841C-7A9B-0FE0-77F97C2502EB}"/>
          </ac:spMkLst>
        </pc:spChg>
        <pc:spChg chg="del">
          <ac:chgData name="中山直樹" userId="cb34acfc-03ef-4fac-869d-a43ba3e39817" providerId="ADAL" clId="{B2DD55EB-9E0F-4349-B1F0-152576DB8F3E}" dt="2026-01-06T11:00:29.916" v="11179" actId="478"/>
          <ac:spMkLst>
            <pc:docMk/>
            <pc:sldMk cId="2868678649" sldId="257"/>
            <ac:spMk id="153" creationId="{BB423FB9-F7FC-EF75-F8F1-6E86B3D57E26}"/>
          </ac:spMkLst>
        </pc:spChg>
        <pc:spChg chg="del">
          <ac:chgData name="中山直樹" userId="cb34acfc-03ef-4fac-869d-a43ba3e39817" providerId="ADAL" clId="{B2DD55EB-9E0F-4349-B1F0-152576DB8F3E}" dt="2026-01-06T11:00:29.916" v="11179" actId="478"/>
          <ac:spMkLst>
            <pc:docMk/>
            <pc:sldMk cId="2868678649" sldId="257"/>
            <ac:spMk id="154" creationId="{908F3113-3577-88D8-9E88-BB91FCE5E60F}"/>
          </ac:spMkLst>
        </pc:spChg>
        <pc:spChg chg="del">
          <ac:chgData name="中山直樹" userId="cb34acfc-03ef-4fac-869d-a43ba3e39817" providerId="ADAL" clId="{B2DD55EB-9E0F-4349-B1F0-152576DB8F3E}" dt="2026-01-06T11:00:29.916" v="11179" actId="478"/>
          <ac:spMkLst>
            <pc:docMk/>
            <pc:sldMk cId="2868678649" sldId="257"/>
            <ac:spMk id="169" creationId="{059F93E3-C662-8D95-A074-AF5A5FF13F59}"/>
          </ac:spMkLst>
        </pc:spChg>
        <pc:spChg chg="del">
          <ac:chgData name="中山直樹" userId="cb34acfc-03ef-4fac-869d-a43ba3e39817" providerId="ADAL" clId="{B2DD55EB-9E0F-4349-B1F0-152576DB8F3E}" dt="2026-01-06T11:00:29.916" v="11179" actId="478"/>
          <ac:spMkLst>
            <pc:docMk/>
            <pc:sldMk cId="2868678649" sldId="257"/>
            <ac:spMk id="204" creationId="{9F1C8042-4BA3-89B0-F773-6F2A1822DC65}"/>
          </ac:spMkLst>
        </pc:spChg>
        <pc:spChg chg="del">
          <ac:chgData name="中山直樹" userId="cb34acfc-03ef-4fac-869d-a43ba3e39817" providerId="ADAL" clId="{B2DD55EB-9E0F-4349-B1F0-152576DB8F3E}" dt="2026-01-06T11:00:29.916" v="11179" actId="478"/>
          <ac:spMkLst>
            <pc:docMk/>
            <pc:sldMk cId="2868678649" sldId="257"/>
            <ac:spMk id="238" creationId="{2E24B686-03AE-ED63-F400-CBEF21A292ED}"/>
          </ac:spMkLst>
        </pc:spChg>
        <pc:spChg chg="del">
          <ac:chgData name="中山直樹" userId="cb34acfc-03ef-4fac-869d-a43ba3e39817" providerId="ADAL" clId="{B2DD55EB-9E0F-4349-B1F0-152576DB8F3E}" dt="2026-01-06T11:00:29.916" v="11179" actId="478"/>
          <ac:spMkLst>
            <pc:docMk/>
            <pc:sldMk cId="2868678649" sldId="257"/>
            <ac:spMk id="245" creationId="{86354ED2-04CE-C27D-A62A-09806048B9F1}"/>
          </ac:spMkLst>
        </pc:spChg>
        <pc:spChg chg="del">
          <ac:chgData name="中山直樹" userId="cb34acfc-03ef-4fac-869d-a43ba3e39817" providerId="ADAL" clId="{B2DD55EB-9E0F-4349-B1F0-152576DB8F3E}" dt="2026-01-06T11:00:29.916" v="11179" actId="478"/>
          <ac:spMkLst>
            <pc:docMk/>
            <pc:sldMk cId="2868678649" sldId="257"/>
            <ac:spMk id="247" creationId="{D4B42903-0F15-02E1-4AB9-CD5D23B487FC}"/>
          </ac:spMkLst>
        </pc:spChg>
        <pc:spChg chg="del">
          <ac:chgData name="中山直樹" userId="cb34acfc-03ef-4fac-869d-a43ba3e39817" providerId="ADAL" clId="{B2DD55EB-9E0F-4349-B1F0-152576DB8F3E}" dt="2026-01-06T11:00:29.916" v="11179" actId="478"/>
          <ac:spMkLst>
            <pc:docMk/>
            <pc:sldMk cId="2868678649" sldId="257"/>
            <ac:spMk id="273" creationId="{794A3635-9F69-10E6-A062-1AB941F54782}"/>
          </ac:spMkLst>
        </pc:spChg>
      </pc:sldChg>
      <pc:sldChg chg="add del">
        <pc:chgData name="中山直樹" userId="cb34acfc-03ef-4fac-869d-a43ba3e39817" providerId="ADAL" clId="{B2DD55EB-9E0F-4349-B1F0-152576DB8F3E}" dt="2025-12-22T03:07:35.661" v="8119" actId="47"/>
        <pc:sldMkLst>
          <pc:docMk/>
          <pc:sldMk cId="1544033650" sldId="258"/>
        </pc:sldMkLst>
      </pc:sldChg>
      <pc:sldChg chg="add del">
        <pc:chgData name="中山直樹" userId="cb34acfc-03ef-4fac-869d-a43ba3e39817" providerId="ADAL" clId="{B2DD55EB-9E0F-4349-B1F0-152576DB8F3E}" dt="2025-12-22T03:07:35.661" v="8119" actId="47"/>
        <pc:sldMkLst>
          <pc:docMk/>
          <pc:sldMk cId="1414356332" sldId="259"/>
        </pc:sldMkLst>
      </pc:sldChg>
      <pc:sldChg chg="add del">
        <pc:chgData name="中山直樹" userId="cb34acfc-03ef-4fac-869d-a43ba3e39817" providerId="ADAL" clId="{B2DD55EB-9E0F-4349-B1F0-152576DB8F3E}" dt="2025-12-22T03:07:35.661" v="8119" actId="47"/>
        <pc:sldMkLst>
          <pc:docMk/>
          <pc:sldMk cId="1145081333" sldId="260"/>
        </pc:sldMkLst>
      </pc:sldChg>
      <pc:sldChg chg="modSp add del mod">
        <pc:chgData name="中山直樹" userId="cb34acfc-03ef-4fac-869d-a43ba3e39817" providerId="ADAL" clId="{B2DD55EB-9E0F-4349-B1F0-152576DB8F3E}" dt="2025-12-22T03:07:35.661" v="8119" actId="47"/>
        <pc:sldMkLst>
          <pc:docMk/>
          <pc:sldMk cId="4268688047" sldId="261"/>
        </pc:sldMkLst>
      </pc:sldChg>
      <pc:sldChg chg="add del">
        <pc:chgData name="中山直樹" userId="cb34acfc-03ef-4fac-869d-a43ba3e39817" providerId="ADAL" clId="{B2DD55EB-9E0F-4349-B1F0-152576DB8F3E}" dt="2025-12-22T03:07:35.661" v="8119" actId="47"/>
        <pc:sldMkLst>
          <pc:docMk/>
          <pc:sldMk cId="1764332263" sldId="262"/>
        </pc:sldMkLst>
      </pc:sldChg>
      <pc:sldChg chg="addSp delSp modSp add del mod">
        <pc:chgData name="中山直樹" userId="cb34acfc-03ef-4fac-869d-a43ba3e39817" providerId="ADAL" clId="{B2DD55EB-9E0F-4349-B1F0-152576DB8F3E}" dt="2025-10-30T06:52:59.976" v="7868" actId="47"/>
        <pc:sldMkLst>
          <pc:docMk/>
          <pc:sldMk cId="3968242512" sldId="263"/>
        </pc:sldMkLst>
      </pc:sldChg>
      <pc:sldChg chg="modSp add del mod">
        <pc:chgData name="中山直樹" userId="cb34acfc-03ef-4fac-869d-a43ba3e39817" providerId="ADAL" clId="{B2DD55EB-9E0F-4349-B1F0-152576DB8F3E}" dt="2025-12-22T03:07:49.404" v="8124" actId="47"/>
        <pc:sldMkLst>
          <pc:docMk/>
          <pc:sldMk cId="4051979977" sldId="263"/>
        </pc:sldMkLst>
      </pc:sldChg>
      <pc:sldChg chg="add del">
        <pc:chgData name="中山直樹" userId="cb34acfc-03ef-4fac-869d-a43ba3e39817" providerId="ADAL" clId="{B2DD55EB-9E0F-4349-B1F0-152576DB8F3E}" dt="2025-12-22T03:07:35.661" v="8119" actId="47"/>
        <pc:sldMkLst>
          <pc:docMk/>
          <pc:sldMk cId="1179972223" sldId="264"/>
        </pc:sldMkLst>
      </pc:sldChg>
      <pc:sldChg chg="addSp delSp modSp add del mod">
        <pc:chgData name="中山直樹" userId="cb34acfc-03ef-4fac-869d-a43ba3e39817" providerId="ADAL" clId="{B2DD55EB-9E0F-4349-B1F0-152576DB8F3E}" dt="2025-12-22T03:07:49.404" v="8124" actId="47"/>
        <pc:sldMkLst>
          <pc:docMk/>
          <pc:sldMk cId="429788104" sldId="265"/>
        </pc:sldMkLst>
      </pc:sldChg>
      <pc:sldChg chg="add del">
        <pc:chgData name="中山直樹" userId="cb34acfc-03ef-4fac-869d-a43ba3e39817" providerId="ADAL" clId="{B2DD55EB-9E0F-4349-B1F0-152576DB8F3E}" dt="2025-12-22T03:07:35.661" v="8119" actId="47"/>
        <pc:sldMkLst>
          <pc:docMk/>
          <pc:sldMk cId="3560129498" sldId="266"/>
        </pc:sldMkLst>
      </pc:sldChg>
      <pc:sldChg chg="addSp delSp modSp add del mod">
        <pc:chgData name="中山直樹" userId="cb34acfc-03ef-4fac-869d-a43ba3e39817" providerId="ADAL" clId="{B2DD55EB-9E0F-4349-B1F0-152576DB8F3E}" dt="2025-10-30T06:51:51.634" v="7862" actId="47"/>
        <pc:sldMkLst>
          <pc:docMk/>
          <pc:sldMk cId="1593552278" sldId="267"/>
        </pc:sldMkLst>
      </pc:sldChg>
      <pc:sldChg chg="modSp add del mod">
        <pc:chgData name="中山直樹" userId="cb34acfc-03ef-4fac-869d-a43ba3e39817" providerId="ADAL" clId="{B2DD55EB-9E0F-4349-B1F0-152576DB8F3E}" dt="2025-12-22T03:07:49.404" v="8124" actId="47"/>
        <pc:sldMkLst>
          <pc:docMk/>
          <pc:sldMk cId="1928828149" sldId="267"/>
        </pc:sldMkLst>
      </pc:sldChg>
      <pc:sldChg chg="add del">
        <pc:chgData name="中山直樹" userId="cb34acfc-03ef-4fac-869d-a43ba3e39817" providerId="ADAL" clId="{B2DD55EB-9E0F-4349-B1F0-152576DB8F3E}" dt="2025-12-22T03:07:35.661" v="8119" actId="47"/>
        <pc:sldMkLst>
          <pc:docMk/>
          <pc:sldMk cId="4194542900" sldId="268"/>
        </pc:sldMkLst>
      </pc:sldChg>
      <pc:sldChg chg="addSp delSp modSp add del mod">
        <pc:chgData name="中山直樹" userId="cb34acfc-03ef-4fac-869d-a43ba3e39817" providerId="ADAL" clId="{B2DD55EB-9E0F-4349-B1F0-152576DB8F3E}" dt="2025-12-22T03:07:49.404" v="8124" actId="47"/>
        <pc:sldMkLst>
          <pc:docMk/>
          <pc:sldMk cId="3788602455" sldId="269"/>
        </pc:sldMkLst>
      </pc:sldChg>
      <pc:sldChg chg="addSp modSp add del">
        <pc:chgData name="中山直樹" userId="cb34acfc-03ef-4fac-869d-a43ba3e39817" providerId="ADAL" clId="{B2DD55EB-9E0F-4349-B1F0-152576DB8F3E}" dt="2025-10-30T06:51:51.634" v="7862" actId="47"/>
        <pc:sldMkLst>
          <pc:docMk/>
          <pc:sldMk cId="4240680330" sldId="269"/>
        </pc:sldMkLst>
      </pc:sldChg>
      <pc:sldChg chg="add del">
        <pc:chgData name="中山直樹" userId="cb34acfc-03ef-4fac-869d-a43ba3e39817" providerId="ADAL" clId="{B2DD55EB-9E0F-4349-B1F0-152576DB8F3E}" dt="2025-12-22T03:07:35.661" v="8119" actId="47"/>
        <pc:sldMkLst>
          <pc:docMk/>
          <pc:sldMk cId="426823025" sldId="270"/>
        </pc:sldMkLst>
      </pc:sldChg>
      <pc:sldChg chg="addSp delSp modSp add del mod">
        <pc:chgData name="中山直樹" userId="cb34acfc-03ef-4fac-869d-a43ba3e39817" providerId="ADAL" clId="{B2DD55EB-9E0F-4349-B1F0-152576DB8F3E}" dt="2025-12-22T03:07:49.404" v="8124" actId="47"/>
        <pc:sldMkLst>
          <pc:docMk/>
          <pc:sldMk cId="464680167" sldId="271"/>
        </pc:sldMkLst>
      </pc:sldChg>
      <pc:sldChg chg="addSp delSp modSp add del mod">
        <pc:chgData name="中山直樹" userId="cb34acfc-03ef-4fac-869d-a43ba3e39817" providerId="ADAL" clId="{B2DD55EB-9E0F-4349-B1F0-152576DB8F3E}" dt="2025-12-22T03:07:49.404" v="8124" actId="47"/>
        <pc:sldMkLst>
          <pc:docMk/>
          <pc:sldMk cId="2187547440" sldId="272"/>
        </pc:sldMkLst>
      </pc:sldChg>
      <pc:sldChg chg="add del">
        <pc:chgData name="中山直樹" userId="cb34acfc-03ef-4fac-869d-a43ba3e39817" providerId="ADAL" clId="{B2DD55EB-9E0F-4349-B1F0-152576DB8F3E}" dt="2025-10-29T23:48:48.294" v="5933"/>
        <pc:sldMkLst>
          <pc:docMk/>
          <pc:sldMk cId="2581803829" sldId="272"/>
        </pc:sldMkLst>
      </pc:sldChg>
      <pc:sldChg chg="addSp delSp modSp add del mod">
        <pc:chgData name="中山直樹" userId="cb34acfc-03ef-4fac-869d-a43ba3e39817" providerId="ADAL" clId="{B2DD55EB-9E0F-4349-B1F0-152576DB8F3E}" dt="2025-12-22T03:07:49.404" v="8124" actId="47"/>
        <pc:sldMkLst>
          <pc:docMk/>
          <pc:sldMk cId="1700850128" sldId="273"/>
        </pc:sldMkLst>
      </pc:sldChg>
      <pc:sldChg chg="add del">
        <pc:chgData name="中山直樹" userId="cb34acfc-03ef-4fac-869d-a43ba3e39817" providerId="ADAL" clId="{B2DD55EB-9E0F-4349-B1F0-152576DB8F3E}" dt="2025-10-29T23:47:47.624" v="5922"/>
        <pc:sldMkLst>
          <pc:docMk/>
          <pc:sldMk cId="1412639942" sldId="274"/>
        </pc:sldMkLst>
      </pc:sldChg>
      <pc:sldChg chg="addSp delSp modSp add del mod">
        <pc:chgData name="中山直樹" userId="cb34acfc-03ef-4fac-869d-a43ba3e39817" providerId="ADAL" clId="{B2DD55EB-9E0F-4349-B1F0-152576DB8F3E}" dt="2025-12-22T03:07:49.404" v="8124" actId="47"/>
        <pc:sldMkLst>
          <pc:docMk/>
          <pc:sldMk cId="3264777147" sldId="274"/>
        </pc:sldMkLst>
      </pc:sldChg>
      <pc:sldChg chg="addSp delSp modSp add del mod">
        <pc:chgData name="中山直樹" userId="cb34acfc-03ef-4fac-869d-a43ba3e39817" providerId="ADAL" clId="{B2DD55EB-9E0F-4349-B1F0-152576DB8F3E}" dt="2025-12-22T03:07:49.404" v="8124" actId="47"/>
        <pc:sldMkLst>
          <pc:docMk/>
          <pc:sldMk cId="1428255732" sldId="275"/>
        </pc:sldMkLst>
      </pc:sldChg>
      <pc:sldChg chg="addSp delSp modSp add del mod">
        <pc:chgData name="中山直樹" userId="cb34acfc-03ef-4fac-869d-a43ba3e39817" providerId="ADAL" clId="{B2DD55EB-9E0F-4349-B1F0-152576DB8F3E}" dt="2025-12-22T03:07:49.404" v="8124" actId="47"/>
        <pc:sldMkLst>
          <pc:docMk/>
          <pc:sldMk cId="3878574492" sldId="276"/>
        </pc:sldMkLst>
      </pc:sldChg>
      <pc:sldChg chg="modSp add del mod modShow">
        <pc:chgData name="中山直樹" userId="cb34acfc-03ef-4fac-869d-a43ba3e39817" providerId="ADAL" clId="{B2DD55EB-9E0F-4349-B1F0-152576DB8F3E}" dt="2025-12-22T03:07:49.404" v="8124" actId="47"/>
        <pc:sldMkLst>
          <pc:docMk/>
          <pc:sldMk cId="2659278675" sldId="277"/>
        </pc:sldMkLst>
      </pc:sldChg>
      <pc:sldChg chg="del">
        <pc:chgData name="中山直樹" userId="cb34acfc-03ef-4fac-869d-a43ba3e39817" providerId="ADAL" clId="{B2DD55EB-9E0F-4349-B1F0-152576DB8F3E}" dt="2025-12-22T03:07:49.404" v="8124" actId="47"/>
        <pc:sldMkLst>
          <pc:docMk/>
          <pc:sldMk cId="1831602495" sldId="278"/>
        </pc:sldMkLst>
      </pc:sldChg>
      <pc:sldChg chg="del">
        <pc:chgData name="中山直樹" userId="cb34acfc-03ef-4fac-869d-a43ba3e39817" providerId="ADAL" clId="{B2DD55EB-9E0F-4349-B1F0-152576DB8F3E}" dt="2025-12-22T03:07:49.404" v="8124" actId="47"/>
        <pc:sldMkLst>
          <pc:docMk/>
          <pc:sldMk cId="4015017685" sldId="279"/>
        </pc:sldMkLst>
      </pc:sldChg>
      <pc:sldChg chg="del">
        <pc:chgData name="中山直樹" userId="cb34acfc-03ef-4fac-869d-a43ba3e39817" providerId="ADAL" clId="{B2DD55EB-9E0F-4349-B1F0-152576DB8F3E}" dt="2025-12-22T03:07:49.404" v="8124" actId="47"/>
        <pc:sldMkLst>
          <pc:docMk/>
          <pc:sldMk cId="4115083288" sldId="280"/>
        </pc:sldMkLst>
      </pc:sldChg>
      <pc:sldChg chg="del">
        <pc:chgData name="中山直樹" userId="cb34acfc-03ef-4fac-869d-a43ba3e39817" providerId="ADAL" clId="{B2DD55EB-9E0F-4349-B1F0-152576DB8F3E}" dt="2025-12-22T03:07:49.404" v="8124" actId="47"/>
        <pc:sldMkLst>
          <pc:docMk/>
          <pc:sldMk cId="3312324757" sldId="281"/>
        </pc:sldMkLst>
      </pc:sldChg>
      <pc:sldChg chg="del">
        <pc:chgData name="中山直樹" userId="cb34acfc-03ef-4fac-869d-a43ba3e39817" providerId="ADAL" clId="{B2DD55EB-9E0F-4349-B1F0-152576DB8F3E}" dt="2025-12-22T03:07:49.404" v="8124" actId="47"/>
        <pc:sldMkLst>
          <pc:docMk/>
          <pc:sldMk cId="813200053" sldId="282"/>
        </pc:sldMkLst>
      </pc:sldChg>
      <pc:sldChg chg="del">
        <pc:chgData name="中山直樹" userId="cb34acfc-03ef-4fac-869d-a43ba3e39817" providerId="ADAL" clId="{B2DD55EB-9E0F-4349-B1F0-152576DB8F3E}" dt="2025-12-22T03:07:49.404" v="8124" actId="47"/>
        <pc:sldMkLst>
          <pc:docMk/>
          <pc:sldMk cId="1209877058" sldId="283"/>
        </pc:sldMkLst>
      </pc:sldChg>
      <pc:sldChg chg="del">
        <pc:chgData name="中山直樹" userId="cb34acfc-03ef-4fac-869d-a43ba3e39817" providerId="ADAL" clId="{B2DD55EB-9E0F-4349-B1F0-152576DB8F3E}" dt="2025-12-22T03:07:49.404" v="8124" actId="47"/>
        <pc:sldMkLst>
          <pc:docMk/>
          <pc:sldMk cId="2358408316" sldId="284"/>
        </pc:sldMkLst>
      </pc:sldChg>
      <pc:sldChg chg="modSp del mod">
        <pc:chgData name="中山直樹" userId="cb34acfc-03ef-4fac-869d-a43ba3e39817" providerId="ADAL" clId="{B2DD55EB-9E0F-4349-B1F0-152576DB8F3E}" dt="2025-12-22T03:07:31.341" v="8118" actId="47"/>
        <pc:sldMkLst>
          <pc:docMk/>
          <pc:sldMk cId="70759721" sldId="688"/>
        </pc:sldMkLst>
      </pc:sldChg>
      <pc:sldChg chg="modSp del mod">
        <pc:chgData name="中山直樹" userId="cb34acfc-03ef-4fac-869d-a43ba3e39817" providerId="ADAL" clId="{B2DD55EB-9E0F-4349-B1F0-152576DB8F3E}" dt="2025-12-22T03:07:35.661" v="8119" actId="47"/>
        <pc:sldMkLst>
          <pc:docMk/>
          <pc:sldMk cId="5111407" sldId="689"/>
        </pc:sldMkLst>
      </pc:sldChg>
      <pc:sldChg chg="del">
        <pc:chgData name="中山直樹" userId="cb34acfc-03ef-4fac-869d-a43ba3e39817" providerId="ADAL" clId="{B2DD55EB-9E0F-4349-B1F0-152576DB8F3E}" dt="2025-12-22T03:07:35.661" v="8119" actId="47"/>
        <pc:sldMkLst>
          <pc:docMk/>
          <pc:sldMk cId="2296172343" sldId="713"/>
        </pc:sldMkLst>
      </pc:sldChg>
      <pc:sldChg chg="del">
        <pc:chgData name="中山直樹" userId="cb34acfc-03ef-4fac-869d-a43ba3e39817" providerId="ADAL" clId="{B2DD55EB-9E0F-4349-B1F0-152576DB8F3E}" dt="2025-09-25T00:17:43.563" v="3827" actId="47"/>
        <pc:sldMkLst>
          <pc:docMk/>
          <pc:sldMk cId="3874918875" sldId="722"/>
        </pc:sldMkLst>
      </pc:sldChg>
      <pc:sldChg chg="addSp modSp del mod">
        <pc:chgData name="中山直樹" userId="cb34acfc-03ef-4fac-869d-a43ba3e39817" providerId="ADAL" clId="{B2DD55EB-9E0F-4349-B1F0-152576DB8F3E}" dt="2025-10-29T08:24:28.373" v="5612" actId="47"/>
        <pc:sldMkLst>
          <pc:docMk/>
          <pc:sldMk cId="617619232" sldId="727"/>
        </pc:sldMkLst>
      </pc:sldChg>
      <pc:sldChg chg="add del ord">
        <pc:chgData name="中山直樹" userId="cb34acfc-03ef-4fac-869d-a43ba3e39817" providerId="ADAL" clId="{B2DD55EB-9E0F-4349-B1F0-152576DB8F3E}" dt="2025-12-22T03:07:49.404" v="8124" actId="47"/>
        <pc:sldMkLst>
          <pc:docMk/>
          <pc:sldMk cId="3954482672" sldId="728"/>
        </pc:sldMkLst>
      </pc:sldChg>
      <pc:sldChg chg="del">
        <pc:chgData name="中山直樹" userId="cb34acfc-03ef-4fac-869d-a43ba3e39817" providerId="ADAL" clId="{B2DD55EB-9E0F-4349-B1F0-152576DB8F3E}" dt="2025-12-22T03:07:44.686" v="8123" actId="47"/>
        <pc:sldMkLst>
          <pc:docMk/>
          <pc:sldMk cId="906250991" sldId="729"/>
        </pc:sldMkLst>
      </pc:sldChg>
      <pc:sldChg chg="del mod modShow">
        <pc:chgData name="中山直樹" userId="cb34acfc-03ef-4fac-869d-a43ba3e39817" providerId="ADAL" clId="{B2DD55EB-9E0F-4349-B1F0-152576DB8F3E}" dt="2025-12-22T03:07:49.404" v="8124" actId="47"/>
        <pc:sldMkLst>
          <pc:docMk/>
          <pc:sldMk cId="2321766636" sldId="732"/>
        </pc:sldMkLst>
      </pc:sldChg>
      <pc:sldChg chg="del mod modShow">
        <pc:chgData name="中山直樹" userId="cb34acfc-03ef-4fac-869d-a43ba3e39817" providerId="ADAL" clId="{B2DD55EB-9E0F-4349-B1F0-152576DB8F3E}" dt="2025-12-22T03:07:49.404" v="8124" actId="47"/>
        <pc:sldMkLst>
          <pc:docMk/>
          <pc:sldMk cId="2648346863" sldId="739"/>
        </pc:sldMkLst>
      </pc:sldChg>
      <pc:sldChg chg="modSp del mod">
        <pc:chgData name="中山直樹" userId="cb34acfc-03ef-4fac-869d-a43ba3e39817" providerId="ADAL" clId="{B2DD55EB-9E0F-4349-B1F0-152576DB8F3E}" dt="2025-09-25T09:57:29.563" v="3845" actId="47"/>
        <pc:sldMkLst>
          <pc:docMk/>
          <pc:sldMk cId="510621260" sldId="803"/>
        </pc:sldMkLst>
      </pc:sldChg>
      <pc:sldChg chg="del">
        <pc:chgData name="中山直樹" userId="cb34acfc-03ef-4fac-869d-a43ba3e39817" providerId="ADAL" clId="{B2DD55EB-9E0F-4349-B1F0-152576DB8F3E}" dt="2025-09-15T14:05:07.303" v="0" actId="47"/>
        <pc:sldMkLst>
          <pc:docMk/>
          <pc:sldMk cId="1811451219" sldId="804"/>
        </pc:sldMkLst>
      </pc:sldChg>
      <pc:sldChg chg="del">
        <pc:chgData name="中山直樹" userId="cb34acfc-03ef-4fac-869d-a43ba3e39817" providerId="ADAL" clId="{B2DD55EB-9E0F-4349-B1F0-152576DB8F3E}" dt="2025-12-22T03:07:49.404" v="8124" actId="47"/>
        <pc:sldMkLst>
          <pc:docMk/>
          <pc:sldMk cId="436938781" sldId="807"/>
        </pc:sldMkLst>
      </pc:sldChg>
      <pc:sldChg chg="del">
        <pc:chgData name="中山直樹" userId="cb34acfc-03ef-4fac-869d-a43ba3e39817" providerId="ADAL" clId="{B2DD55EB-9E0F-4349-B1F0-152576DB8F3E}" dt="2025-09-25T00:17:38.691" v="3825" actId="47"/>
        <pc:sldMkLst>
          <pc:docMk/>
          <pc:sldMk cId="1388896467" sldId="2147483601"/>
        </pc:sldMkLst>
      </pc:sldChg>
      <pc:sldChg chg="del">
        <pc:chgData name="中山直樹" userId="cb34acfc-03ef-4fac-869d-a43ba3e39817" providerId="ADAL" clId="{B2DD55EB-9E0F-4349-B1F0-152576DB8F3E}" dt="2025-12-22T03:07:49.404" v="8124" actId="47"/>
        <pc:sldMkLst>
          <pc:docMk/>
          <pc:sldMk cId="2946291613" sldId="2147483602"/>
        </pc:sldMkLst>
      </pc:sldChg>
      <pc:sldChg chg="del">
        <pc:chgData name="中山直樹" userId="cb34acfc-03ef-4fac-869d-a43ba3e39817" providerId="ADAL" clId="{B2DD55EB-9E0F-4349-B1F0-152576DB8F3E}" dt="2025-12-22T03:07:49.404" v="8124" actId="47"/>
        <pc:sldMkLst>
          <pc:docMk/>
          <pc:sldMk cId="1061220483" sldId="2147483606"/>
        </pc:sldMkLst>
      </pc:sldChg>
      <pc:sldChg chg="del">
        <pc:chgData name="中山直樹" userId="cb34acfc-03ef-4fac-869d-a43ba3e39817" providerId="ADAL" clId="{B2DD55EB-9E0F-4349-B1F0-152576DB8F3E}" dt="2025-09-25T00:17:41.849" v="3826" actId="47"/>
        <pc:sldMkLst>
          <pc:docMk/>
          <pc:sldMk cId="2505379761" sldId="2147483606"/>
        </pc:sldMkLst>
      </pc:sldChg>
      <pc:sldChg chg="addSp modSp del mod">
        <pc:chgData name="中山直樹" userId="cb34acfc-03ef-4fac-869d-a43ba3e39817" providerId="ADAL" clId="{B2DD55EB-9E0F-4349-B1F0-152576DB8F3E}" dt="2025-12-22T03:07:49.404" v="8124" actId="47"/>
        <pc:sldMkLst>
          <pc:docMk/>
          <pc:sldMk cId="1403549759" sldId="2147483607"/>
        </pc:sldMkLst>
      </pc:sldChg>
      <pc:sldChg chg="del mod modShow">
        <pc:chgData name="中山直樹" userId="cb34acfc-03ef-4fac-869d-a43ba3e39817" providerId="ADAL" clId="{B2DD55EB-9E0F-4349-B1F0-152576DB8F3E}" dt="2025-12-22T03:07:49.404" v="8124" actId="47"/>
        <pc:sldMkLst>
          <pc:docMk/>
          <pc:sldMk cId="645097907" sldId="2147483618"/>
        </pc:sldMkLst>
      </pc:sldChg>
      <pc:sldChg chg="del mod modShow">
        <pc:chgData name="中山直樹" userId="cb34acfc-03ef-4fac-869d-a43ba3e39817" providerId="ADAL" clId="{B2DD55EB-9E0F-4349-B1F0-152576DB8F3E}" dt="2025-12-22T03:07:49.404" v="8124" actId="47"/>
        <pc:sldMkLst>
          <pc:docMk/>
          <pc:sldMk cId="3505782790" sldId="2147483622"/>
        </pc:sldMkLst>
      </pc:sldChg>
      <pc:sldChg chg="del mod modShow">
        <pc:chgData name="中山直樹" userId="cb34acfc-03ef-4fac-869d-a43ba3e39817" providerId="ADAL" clId="{B2DD55EB-9E0F-4349-B1F0-152576DB8F3E}" dt="2025-10-30T06:52:04.805" v="7865" actId="47"/>
        <pc:sldMkLst>
          <pc:docMk/>
          <pc:sldMk cId="4233553636" sldId="2147483627"/>
        </pc:sldMkLst>
      </pc:sldChg>
      <pc:sldChg chg="modSp del mod">
        <pc:chgData name="中山直樹" userId="cb34acfc-03ef-4fac-869d-a43ba3e39817" providerId="ADAL" clId="{B2DD55EB-9E0F-4349-B1F0-152576DB8F3E}" dt="2025-12-22T03:07:49.404" v="8124" actId="47"/>
        <pc:sldMkLst>
          <pc:docMk/>
          <pc:sldMk cId="2489788318" sldId="2147483629"/>
        </pc:sldMkLst>
      </pc:sldChg>
      <pc:sldChg chg="addSp delSp del mod modShow">
        <pc:chgData name="中山直樹" userId="cb34acfc-03ef-4fac-869d-a43ba3e39817" providerId="ADAL" clId="{B2DD55EB-9E0F-4349-B1F0-152576DB8F3E}" dt="2025-12-22T03:07:49.404" v="8124" actId="47"/>
        <pc:sldMkLst>
          <pc:docMk/>
          <pc:sldMk cId="1099320785" sldId="2147483630"/>
        </pc:sldMkLst>
      </pc:sldChg>
      <pc:sldChg chg="modSp del mod modShow">
        <pc:chgData name="中山直樹" userId="cb34acfc-03ef-4fac-869d-a43ba3e39817" providerId="ADAL" clId="{B2DD55EB-9E0F-4349-B1F0-152576DB8F3E}" dt="2025-12-22T03:07:49.404" v="8124" actId="47"/>
        <pc:sldMkLst>
          <pc:docMk/>
          <pc:sldMk cId="1373217911" sldId="2147483631"/>
        </pc:sldMkLst>
      </pc:sldChg>
      <pc:sldChg chg="addSp delSp modSp del mod">
        <pc:chgData name="中山直樹" userId="cb34acfc-03ef-4fac-869d-a43ba3e39817" providerId="ADAL" clId="{B2DD55EB-9E0F-4349-B1F0-152576DB8F3E}" dt="2025-10-20T08:27:45.837" v="4107" actId="47"/>
        <pc:sldMkLst>
          <pc:docMk/>
          <pc:sldMk cId="2599100631" sldId="2147483632"/>
        </pc:sldMkLst>
      </pc:sldChg>
      <pc:sldChg chg="modSp mod">
        <pc:chgData name="中山直樹" userId="cb34acfc-03ef-4fac-869d-a43ba3e39817" providerId="ADAL" clId="{B2DD55EB-9E0F-4349-B1F0-152576DB8F3E}" dt="2025-09-22T06:19:58.542" v="885" actId="1076"/>
        <pc:sldMkLst>
          <pc:docMk/>
          <pc:sldMk cId="198738071" sldId="2147483633"/>
        </pc:sldMkLst>
      </pc:sldChg>
      <pc:sldChg chg="del mod modShow">
        <pc:chgData name="中山直樹" userId="cb34acfc-03ef-4fac-869d-a43ba3e39817" providerId="ADAL" clId="{B2DD55EB-9E0F-4349-B1F0-152576DB8F3E}" dt="2025-12-22T03:07:49.404" v="8124" actId="47"/>
        <pc:sldMkLst>
          <pc:docMk/>
          <pc:sldMk cId="1152008005" sldId="2147483634"/>
        </pc:sldMkLst>
      </pc:sldChg>
      <pc:sldChg chg="modSp del mod modShow">
        <pc:chgData name="中山直樹" userId="cb34acfc-03ef-4fac-869d-a43ba3e39817" providerId="ADAL" clId="{B2DD55EB-9E0F-4349-B1F0-152576DB8F3E}" dt="2025-12-22T03:07:49.404" v="8124" actId="47"/>
        <pc:sldMkLst>
          <pc:docMk/>
          <pc:sldMk cId="3791766434" sldId="2147483635"/>
        </pc:sldMkLst>
      </pc:sldChg>
      <pc:sldChg chg="addSp delSp modSp add del mod modShow">
        <pc:chgData name="中山直樹" userId="cb34acfc-03ef-4fac-869d-a43ba3e39817" providerId="ADAL" clId="{B2DD55EB-9E0F-4349-B1F0-152576DB8F3E}" dt="2026-01-07T01:38:57.168" v="11402"/>
        <pc:sldMkLst>
          <pc:docMk/>
          <pc:sldMk cId="4089539117" sldId="2147483636"/>
        </pc:sldMkLst>
      </pc:sldChg>
      <pc:sldChg chg="addSp delSp modSp add del mod modShow">
        <pc:chgData name="中山直樹" userId="cb34acfc-03ef-4fac-869d-a43ba3e39817" providerId="ADAL" clId="{B2DD55EB-9E0F-4349-B1F0-152576DB8F3E}" dt="2025-12-22T03:07:49.404" v="8124" actId="47"/>
        <pc:sldMkLst>
          <pc:docMk/>
          <pc:sldMk cId="953363911" sldId="2147483637"/>
        </pc:sldMkLst>
      </pc:sldChg>
      <pc:sldChg chg="addSp delSp modSp add del mod modShow">
        <pc:chgData name="中山直樹" userId="cb34acfc-03ef-4fac-869d-a43ba3e39817" providerId="ADAL" clId="{B2DD55EB-9E0F-4349-B1F0-152576DB8F3E}" dt="2025-12-22T03:07:49.404" v="8124" actId="47"/>
        <pc:sldMkLst>
          <pc:docMk/>
          <pc:sldMk cId="871041483" sldId="2147483638"/>
        </pc:sldMkLst>
      </pc:sldChg>
      <pc:sldChg chg="modSp del mod">
        <pc:chgData name="中山直樹" userId="cb34acfc-03ef-4fac-869d-a43ba3e39817" providerId="ADAL" clId="{B2DD55EB-9E0F-4349-B1F0-152576DB8F3E}" dt="2025-12-22T03:07:49.404" v="8124" actId="47"/>
        <pc:sldMkLst>
          <pc:docMk/>
          <pc:sldMk cId="1048009102" sldId="2147483639"/>
        </pc:sldMkLst>
      </pc:sldChg>
      <pc:sldChg chg="addSp delSp modSp add del mod">
        <pc:chgData name="中山直樹" userId="cb34acfc-03ef-4fac-869d-a43ba3e39817" providerId="ADAL" clId="{B2DD55EB-9E0F-4349-B1F0-152576DB8F3E}" dt="2025-12-22T03:07:35.661" v="8119" actId="47"/>
        <pc:sldMkLst>
          <pc:docMk/>
          <pc:sldMk cId="3598116288" sldId="2147483641"/>
        </pc:sldMkLst>
      </pc:sldChg>
      <pc:sldChg chg="del mod modShow">
        <pc:chgData name="中山直樹" userId="cb34acfc-03ef-4fac-869d-a43ba3e39817" providerId="ADAL" clId="{B2DD55EB-9E0F-4349-B1F0-152576DB8F3E}" dt="2025-12-22T03:07:49.404" v="8124" actId="47"/>
        <pc:sldMkLst>
          <pc:docMk/>
          <pc:sldMk cId="2554101395" sldId="2147483642"/>
        </pc:sldMkLst>
      </pc:sldChg>
      <pc:sldChg chg="del mod modShow">
        <pc:chgData name="中山直樹" userId="cb34acfc-03ef-4fac-869d-a43ba3e39817" providerId="ADAL" clId="{B2DD55EB-9E0F-4349-B1F0-152576DB8F3E}" dt="2025-12-22T03:07:49.404" v="8124" actId="47"/>
        <pc:sldMkLst>
          <pc:docMk/>
          <pc:sldMk cId="2652597703" sldId="2147483643"/>
        </pc:sldMkLst>
      </pc:sldChg>
      <pc:sldChg chg="del mod modShow">
        <pc:chgData name="中山直樹" userId="cb34acfc-03ef-4fac-869d-a43ba3e39817" providerId="ADAL" clId="{B2DD55EB-9E0F-4349-B1F0-152576DB8F3E}" dt="2025-12-22T03:07:49.404" v="8124" actId="47"/>
        <pc:sldMkLst>
          <pc:docMk/>
          <pc:sldMk cId="3965363732" sldId="2147483644"/>
        </pc:sldMkLst>
      </pc:sldChg>
      <pc:sldChg chg="modSp add del mod modShow">
        <pc:chgData name="中山直樹" userId="cb34acfc-03ef-4fac-869d-a43ba3e39817" providerId="ADAL" clId="{B2DD55EB-9E0F-4349-B1F0-152576DB8F3E}" dt="2025-12-22T03:07:49.404" v="8124" actId="47"/>
        <pc:sldMkLst>
          <pc:docMk/>
          <pc:sldMk cId="2656899630" sldId="2147483645"/>
        </pc:sldMkLst>
      </pc:sldChg>
      <pc:sldChg chg="addSp delSp modSp add del mod modShow">
        <pc:chgData name="中山直樹" userId="cb34acfc-03ef-4fac-869d-a43ba3e39817" providerId="ADAL" clId="{B2DD55EB-9E0F-4349-B1F0-152576DB8F3E}" dt="2025-12-22T03:07:49.404" v="8124" actId="47"/>
        <pc:sldMkLst>
          <pc:docMk/>
          <pc:sldMk cId="1357767534" sldId="2147483646"/>
        </pc:sldMkLst>
      </pc:sldChg>
      <pc:sldChg chg="addSp delSp modSp add del mod">
        <pc:chgData name="中山直樹" userId="cb34acfc-03ef-4fac-869d-a43ba3e39817" providerId="ADAL" clId="{B2DD55EB-9E0F-4349-B1F0-152576DB8F3E}" dt="2025-12-22T03:07:49.404" v="8124" actId="47"/>
        <pc:sldMkLst>
          <pc:docMk/>
          <pc:sldMk cId="1207322736" sldId="2147483647"/>
        </pc:sldMkLst>
      </pc:sldChg>
      <pc:sldChg chg="addSp delSp modSp add del mod">
        <pc:chgData name="中山直樹" userId="cb34acfc-03ef-4fac-869d-a43ba3e39817" providerId="ADAL" clId="{B2DD55EB-9E0F-4349-B1F0-152576DB8F3E}" dt="2025-10-29T08:27:32.473" v="5656" actId="47"/>
        <pc:sldMkLst>
          <pc:docMk/>
          <pc:sldMk cId="1842318855" sldId="2147483647"/>
        </pc:sldMkLst>
      </pc:sldChg>
      <pc:sldChg chg="add del">
        <pc:chgData name="中山直樹" userId="cb34acfc-03ef-4fac-869d-a43ba3e39817" providerId="ADAL" clId="{B2DD55EB-9E0F-4349-B1F0-152576DB8F3E}" dt="2025-10-29T23:29:35.062" v="5833"/>
        <pc:sldMkLst>
          <pc:docMk/>
          <pc:sldMk cId="3529166580" sldId="2147483647"/>
        </pc:sldMkLst>
      </pc:sldChg>
      <pc:sldMasterChg chg="del delSldLayout">
        <pc:chgData name="中山直樹" userId="cb34acfc-03ef-4fac-869d-a43ba3e39817" providerId="ADAL" clId="{B2DD55EB-9E0F-4349-B1F0-152576DB8F3E}" dt="2025-12-22T03:07:49.404" v="8124" actId="47"/>
        <pc:sldMasterMkLst>
          <pc:docMk/>
          <pc:sldMasterMk cId="3456727221" sldId="2147483655"/>
        </pc:sldMasterMkLst>
        <pc:sldLayoutChg chg="del">
          <pc:chgData name="中山直樹" userId="cb34acfc-03ef-4fac-869d-a43ba3e39817" providerId="ADAL" clId="{B2DD55EB-9E0F-4349-B1F0-152576DB8F3E}" dt="2025-12-22T03:07:49.404" v="8124" actId="47"/>
          <pc:sldLayoutMkLst>
            <pc:docMk/>
            <pc:sldMasterMk cId="3456727221" sldId="2147483655"/>
            <pc:sldLayoutMk cId="1276147730" sldId="2147483656"/>
          </pc:sldLayoutMkLst>
        </pc:sldLayoutChg>
        <pc:sldLayoutChg chg="del">
          <pc:chgData name="中山直樹" userId="cb34acfc-03ef-4fac-869d-a43ba3e39817" providerId="ADAL" clId="{B2DD55EB-9E0F-4349-B1F0-152576DB8F3E}" dt="2025-12-22T03:07:49.404" v="8124" actId="47"/>
          <pc:sldLayoutMkLst>
            <pc:docMk/>
            <pc:sldMasterMk cId="3456727221" sldId="2147483655"/>
            <pc:sldLayoutMk cId="3165173856" sldId="2147483657"/>
          </pc:sldLayoutMkLst>
        </pc:sldLayoutChg>
        <pc:sldLayoutChg chg="del">
          <pc:chgData name="中山直樹" userId="cb34acfc-03ef-4fac-869d-a43ba3e39817" providerId="ADAL" clId="{B2DD55EB-9E0F-4349-B1F0-152576DB8F3E}" dt="2025-12-22T03:07:49.404" v="8124" actId="47"/>
          <pc:sldLayoutMkLst>
            <pc:docMk/>
            <pc:sldMasterMk cId="3456727221" sldId="2147483655"/>
            <pc:sldLayoutMk cId="1292360768" sldId="2147483658"/>
          </pc:sldLayoutMkLst>
        </pc:sldLayoutChg>
      </pc:sldMasterChg>
      <pc:sldMasterChg chg="del delSldLayout">
        <pc:chgData name="中山直樹" userId="cb34acfc-03ef-4fac-869d-a43ba3e39817" providerId="ADAL" clId="{B2DD55EB-9E0F-4349-B1F0-152576DB8F3E}" dt="2025-12-22T03:07:35.661" v="8119" actId="47"/>
        <pc:sldMasterMkLst>
          <pc:docMk/>
          <pc:sldMasterMk cId="3866335405" sldId="2147483659"/>
        </pc:sldMasterMkLst>
        <pc:sldLayoutChg chg="del">
          <pc:chgData name="中山直樹" userId="cb34acfc-03ef-4fac-869d-a43ba3e39817" providerId="ADAL" clId="{B2DD55EB-9E0F-4349-B1F0-152576DB8F3E}" dt="2025-12-22T03:07:35.661" v="8119" actId="47"/>
          <pc:sldLayoutMkLst>
            <pc:docMk/>
            <pc:sldMasterMk cId="3866335405" sldId="2147483659"/>
            <pc:sldLayoutMk cId="3717881680" sldId="2147483660"/>
          </pc:sldLayoutMkLst>
        </pc:sldLayoutChg>
        <pc:sldLayoutChg chg="del">
          <pc:chgData name="中山直樹" userId="cb34acfc-03ef-4fac-869d-a43ba3e39817" providerId="ADAL" clId="{B2DD55EB-9E0F-4349-B1F0-152576DB8F3E}" dt="2025-12-22T03:07:35.661" v="8119" actId="47"/>
          <pc:sldLayoutMkLst>
            <pc:docMk/>
            <pc:sldMasterMk cId="3866335405" sldId="2147483659"/>
            <pc:sldLayoutMk cId="2859451018" sldId="2147483661"/>
          </pc:sldLayoutMkLst>
        </pc:sldLayoutChg>
        <pc:sldLayoutChg chg="del">
          <pc:chgData name="中山直樹" userId="cb34acfc-03ef-4fac-869d-a43ba3e39817" providerId="ADAL" clId="{B2DD55EB-9E0F-4349-B1F0-152576DB8F3E}" dt="2025-12-22T03:07:35.661" v="8119" actId="47"/>
          <pc:sldLayoutMkLst>
            <pc:docMk/>
            <pc:sldMasterMk cId="3866335405" sldId="2147483659"/>
            <pc:sldLayoutMk cId="1235782305" sldId="2147483662"/>
          </pc:sldLayoutMkLst>
        </pc:sldLayoutChg>
        <pc:sldLayoutChg chg="del">
          <pc:chgData name="中山直樹" userId="cb34acfc-03ef-4fac-869d-a43ba3e39817" providerId="ADAL" clId="{B2DD55EB-9E0F-4349-B1F0-152576DB8F3E}" dt="2025-12-22T03:07:35.661" v="8119" actId="47"/>
          <pc:sldLayoutMkLst>
            <pc:docMk/>
            <pc:sldMasterMk cId="3866335405" sldId="2147483659"/>
            <pc:sldLayoutMk cId="3704251862" sldId="2147483663"/>
          </pc:sldLayoutMkLst>
        </pc:sldLayoutChg>
        <pc:sldLayoutChg chg="del">
          <pc:chgData name="中山直樹" userId="cb34acfc-03ef-4fac-869d-a43ba3e39817" providerId="ADAL" clId="{B2DD55EB-9E0F-4349-B1F0-152576DB8F3E}" dt="2025-12-22T03:07:35.661" v="8119" actId="47"/>
          <pc:sldLayoutMkLst>
            <pc:docMk/>
            <pc:sldMasterMk cId="3866335405" sldId="2147483659"/>
            <pc:sldLayoutMk cId="702010543" sldId="2147483664"/>
          </pc:sldLayoutMkLst>
        </pc:sldLayoutChg>
        <pc:sldLayoutChg chg="del">
          <pc:chgData name="中山直樹" userId="cb34acfc-03ef-4fac-869d-a43ba3e39817" providerId="ADAL" clId="{B2DD55EB-9E0F-4349-B1F0-152576DB8F3E}" dt="2025-12-22T03:07:35.661" v="8119" actId="47"/>
          <pc:sldLayoutMkLst>
            <pc:docMk/>
            <pc:sldMasterMk cId="3866335405" sldId="2147483659"/>
            <pc:sldLayoutMk cId="2218194019" sldId="2147483665"/>
          </pc:sldLayoutMkLst>
        </pc:sldLayoutChg>
        <pc:sldLayoutChg chg="del">
          <pc:chgData name="中山直樹" userId="cb34acfc-03ef-4fac-869d-a43ba3e39817" providerId="ADAL" clId="{B2DD55EB-9E0F-4349-B1F0-152576DB8F3E}" dt="2025-12-22T03:07:35.661" v="8119" actId="47"/>
          <pc:sldLayoutMkLst>
            <pc:docMk/>
            <pc:sldMasterMk cId="3866335405" sldId="2147483659"/>
            <pc:sldLayoutMk cId="1395702068" sldId="2147483666"/>
          </pc:sldLayoutMkLst>
        </pc:sldLayoutChg>
        <pc:sldLayoutChg chg="del">
          <pc:chgData name="中山直樹" userId="cb34acfc-03ef-4fac-869d-a43ba3e39817" providerId="ADAL" clId="{B2DD55EB-9E0F-4349-B1F0-152576DB8F3E}" dt="2025-12-22T03:07:35.661" v="8119" actId="47"/>
          <pc:sldLayoutMkLst>
            <pc:docMk/>
            <pc:sldMasterMk cId="3866335405" sldId="2147483659"/>
            <pc:sldLayoutMk cId="3311961437" sldId="2147483667"/>
          </pc:sldLayoutMkLst>
        </pc:sldLayoutChg>
        <pc:sldLayoutChg chg="del">
          <pc:chgData name="中山直樹" userId="cb34acfc-03ef-4fac-869d-a43ba3e39817" providerId="ADAL" clId="{B2DD55EB-9E0F-4349-B1F0-152576DB8F3E}" dt="2025-12-22T03:07:35.661" v="8119" actId="47"/>
          <pc:sldLayoutMkLst>
            <pc:docMk/>
            <pc:sldMasterMk cId="3866335405" sldId="2147483659"/>
            <pc:sldLayoutMk cId="3126156178" sldId="2147483668"/>
          </pc:sldLayoutMkLst>
        </pc:sldLayoutChg>
        <pc:sldLayoutChg chg="del">
          <pc:chgData name="中山直樹" userId="cb34acfc-03ef-4fac-869d-a43ba3e39817" providerId="ADAL" clId="{B2DD55EB-9E0F-4349-B1F0-152576DB8F3E}" dt="2025-12-22T03:07:35.661" v="8119" actId="47"/>
          <pc:sldLayoutMkLst>
            <pc:docMk/>
            <pc:sldMasterMk cId="3866335405" sldId="2147483659"/>
            <pc:sldLayoutMk cId="3380756639" sldId="2147483669"/>
          </pc:sldLayoutMkLst>
        </pc:sldLayoutChg>
        <pc:sldLayoutChg chg="del">
          <pc:chgData name="中山直樹" userId="cb34acfc-03ef-4fac-869d-a43ba3e39817" providerId="ADAL" clId="{B2DD55EB-9E0F-4349-B1F0-152576DB8F3E}" dt="2025-12-22T03:07:35.661" v="8119" actId="47"/>
          <pc:sldLayoutMkLst>
            <pc:docMk/>
            <pc:sldMasterMk cId="3866335405" sldId="2147483659"/>
            <pc:sldLayoutMk cId="566677132" sldId="2147483670"/>
          </pc:sldLayoutMkLst>
        </pc:sldLayoutChg>
      </pc:sldMasterChg>
      <pc:sldMasterChg chg="del delSldLayout">
        <pc:chgData name="中山直樹" userId="cb34acfc-03ef-4fac-869d-a43ba3e39817" providerId="ADAL" clId="{B2DD55EB-9E0F-4349-B1F0-152576DB8F3E}" dt="2025-12-22T03:07:49.404" v="8124" actId="47"/>
        <pc:sldMasterMkLst>
          <pc:docMk/>
          <pc:sldMasterMk cId="3012908262" sldId="2147483671"/>
        </pc:sldMasterMkLst>
        <pc:sldLayoutChg chg="del">
          <pc:chgData name="中山直樹" userId="cb34acfc-03ef-4fac-869d-a43ba3e39817" providerId="ADAL" clId="{B2DD55EB-9E0F-4349-B1F0-152576DB8F3E}" dt="2025-12-22T03:07:49.404" v="8124" actId="47"/>
          <pc:sldLayoutMkLst>
            <pc:docMk/>
            <pc:sldMasterMk cId="3012908262" sldId="2147483671"/>
            <pc:sldLayoutMk cId="2751508044" sldId="2147483672"/>
          </pc:sldLayoutMkLst>
        </pc:sldLayoutChg>
        <pc:sldLayoutChg chg="del">
          <pc:chgData name="中山直樹" userId="cb34acfc-03ef-4fac-869d-a43ba3e39817" providerId="ADAL" clId="{B2DD55EB-9E0F-4349-B1F0-152576DB8F3E}" dt="2025-12-22T03:07:49.404" v="8124" actId="47"/>
          <pc:sldLayoutMkLst>
            <pc:docMk/>
            <pc:sldMasterMk cId="3012908262" sldId="2147483671"/>
            <pc:sldLayoutMk cId="166168131" sldId="2147483673"/>
          </pc:sldLayoutMkLst>
        </pc:sldLayoutChg>
        <pc:sldLayoutChg chg="del">
          <pc:chgData name="中山直樹" userId="cb34acfc-03ef-4fac-869d-a43ba3e39817" providerId="ADAL" clId="{B2DD55EB-9E0F-4349-B1F0-152576DB8F3E}" dt="2025-12-22T03:07:49.404" v="8124" actId="47"/>
          <pc:sldLayoutMkLst>
            <pc:docMk/>
            <pc:sldMasterMk cId="3012908262" sldId="2147483671"/>
            <pc:sldLayoutMk cId="1181214716" sldId="2147483674"/>
          </pc:sldLayoutMkLst>
        </pc:sldLayoutChg>
        <pc:sldLayoutChg chg="del">
          <pc:chgData name="中山直樹" userId="cb34acfc-03ef-4fac-869d-a43ba3e39817" providerId="ADAL" clId="{B2DD55EB-9E0F-4349-B1F0-152576DB8F3E}" dt="2025-12-22T03:07:49.404" v="8124" actId="47"/>
          <pc:sldLayoutMkLst>
            <pc:docMk/>
            <pc:sldMasterMk cId="3012908262" sldId="2147483671"/>
            <pc:sldLayoutMk cId="525309575" sldId="2147483675"/>
          </pc:sldLayoutMkLst>
        </pc:sldLayoutChg>
        <pc:sldLayoutChg chg="del">
          <pc:chgData name="中山直樹" userId="cb34acfc-03ef-4fac-869d-a43ba3e39817" providerId="ADAL" clId="{B2DD55EB-9E0F-4349-B1F0-152576DB8F3E}" dt="2025-12-22T03:07:49.404" v="8124" actId="47"/>
          <pc:sldLayoutMkLst>
            <pc:docMk/>
            <pc:sldMasterMk cId="3012908262" sldId="2147483671"/>
            <pc:sldLayoutMk cId="2299890941" sldId="2147483676"/>
          </pc:sldLayoutMkLst>
        </pc:sldLayoutChg>
        <pc:sldLayoutChg chg="del">
          <pc:chgData name="中山直樹" userId="cb34acfc-03ef-4fac-869d-a43ba3e39817" providerId="ADAL" clId="{B2DD55EB-9E0F-4349-B1F0-152576DB8F3E}" dt="2025-12-22T03:07:49.404" v="8124" actId="47"/>
          <pc:sldLayoutMkLst>
            <pc:docMk/>
            <pc:sldMasterMk cId="3012908262" sldId="2147483671"/>
            <pc:sldLayoutMk cId="2528344120" sldId="2147483677"/>
          </pc:sldLayoutMkLst>
        </pc:sldLayoutChg>
        <pc:sldLayoutChg chg="del">
          <pc:chgData name="中山直樹" userId="cb34acfc-03ef-4fac-869d-a43ba3e39817" providerId="ADAL" clId="{B2DD55EB-9E0F-4349-B1F0-152576DB8F3E}" dt="2025-12-22T03:07:49.404" v="8124" actId="47"/>
          <pc:sldLayoutMkLst>
            <pc:docMk/>
            <pc:sldMasterMk cId="3012908262" sldId="2147483671"/>
            <pc:sldLayoutMk cId="441528643" sldId="2147483678"/>
          </pc:sldLayoutMkLst>
        </pc:sldLayoutChg>
        <pc:sldLayoutChg chg="del">
          <pc:chgData name="中山直樹" userId="cb34acfc-03ef-4fac-869d-a43ba3e39817" providerId="ADAL" clId="{B2DD55EB-9E0F-4349-B1F0-152576DB8F3E}" dt="2025-12-22T03:07:49.404" v="8124" actId="47"/>
          <pc:sldLayoutMkLst>
            <pc:docMk/>
            <pc:sldMasterMk cId="3012908262" sldId="2147483671"/>
            <pc:sldLayoutMk cId="2622819667" sldId="2147483679"/>
          </pc:sldLayoutMkLst>
        </pc:sldLayoutChg>
        <pc:sldLayoutChg chg="del">
          <pc:chgData name="中山直樹" userId="cb34acfc-03ef-4fac-869d-a43ba3e39817" providerId="ADAL" clId="{B2DD55EB-9E0F-4349-B1F0-152576DB8F3E}" dt="2025-12-22T03:07:49.404" v="8124" actId="47"/>
          <pc:sldLayoutMkLst>
            <pc:docMk/>
            <pc:sldMasterMk cId="3012908262" sldId="2147483671"/>
            <pc:sldLayoutMk cId="3282375090" sldId="2147483680"/>
          </pc:sldLayoutMkLst>
        </pc:sldLayoutChg>
        <pc:sldLayoutChg chg="del">
          <pc:chgData name="中山直樹" userId="cb34acfc-03ef-4fac-869d-a43ba3e39817" providerId="ADAL" clId="{B2DD55EB-9E0F-4349-B1F0-152576DB8F3E}" dt="2025-12-22T03:07:49.404" v="8124" actId="47"/>
          <pc:sldLayoutMkLst>
            <pc:docMk/>
            <pc:sldMasterMk cId="3012908262" sldId="2147483671"/>
            <pc:sldLayoutMk cId="1962266750" sldId="2147483681"/>
          </pc:sldLayoutMkLst>
        </pc:sldLayoutChg>
        <pc:sldLayoutChg chg="del">
          <pc:chgData name="中山直樹" userId="cb34acfc-03ef-4fac-869d-a43ba3e39817" providerId="ADAL" clId="{B2DD55EB-9E0F-4349-B1F0-152576DB8F3E}" dt="2025-12-22T03:07:49.404" v="8124" actId="47"/>
          <pc:sldLayoutMkLst>
            <pc:docMk/>
            <pc:sldMasterMk cId="3012908262" sldId="2147483671"/>
            <pc:sldLayoutMk cId="4061070935" sldId="2147483682"/>
          </pc:sldLayoutMkLst>
        </pc:sldLayoutChg>
        <pc:sldLayoutChg chg="del">
          <pc:chgData name="中山直樹" userId="cb34acfc-03ef-4fac-869d-a43ba3e39817" providerId="ADAL" clId="{B2DD55EB-9E0F-4349-B1F0-152576DB8F3E}" dt="2025-12-22T03:07:49.404" v="8124" actId="47"/>
          <pc:sldLayoutMkLst>
            <pc:docMk/>
            <pc:sldMasterMk cId="3012908262" sldId="2147483671"/>
            <pc:sldLayoutMk cId="2590895347" sldId="2147483683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0A4A39EE-CD01-41AD-B91A-73D5FC107C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56812A3-6603-4D17-B8C8-2EAF131F3C3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5C60A5-C63B-4D4F-B891-3711F73120ED}" type="datetimeFigureOut">
              <a:rPr kumimoji="1" lang="ja-JP" altLang="en-US" smtClean="0"/>
              <a:t>2026/1/6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96B88EA-75E1-48A6-A295-FA97CD03C4E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9C519FA-FE54-4A60-991C-8EEFB2EDA6C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C3E4E6-FF1C-4B78-BF3C-FCD1357D04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49168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1DC05E-B6A0-43CE-969A-36ED825F09C3}" type="datetimeFigureOut">
              <a:rPr kumimoji="1" lang="ja-JP" altLang="en-US" smtClean="0"/>
              <a:t>2026/1/6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0A09A4-7B3A-4B11-A80E-0552AFAEF4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0021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15522B-D116-45E5-80D3-6A64B54B20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1" y="2743199"/>
            <a:ext cx="10972800" cy="685801"/>
          </a:xfrm>
          <a:prstGeom prst="rect">
            <a:avLst/>
          </a:prstGeom>
        </p:spPr>
        <p:txBody>
          <a:bodyPr anchor="ctr"/>
          <a:lstStyle>
            <a:lvl1pPr algn="l">
              <a:defRPr sz="3200" b="1">
                <a:solidFill>
                  <a:srgbClr val="002060"/>
                </a:solidFill>
                <a:latin typeface="+mj-lt"/>
                <a:ea typeface="+mj-ea"/>
              </a:defRPr>
            </a:lvl1pPr>
          </a:lstStyle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B6CE645-1028-4427-8CA4-AF4518A83D5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1" y="3602038"/>
            <a:ext cx="1097280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1">
                <a:solidFill>
                  <a:srgbClr val="002060"/>
                </a:solidFill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サブタイトルを入力</a:t>
            </a: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4AB2499-B3C1-492C-8994-8665E344F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pPr algn="l"/>
            <a:r>
              <a:rPr lang="en-US" altLang="ja-JP"/>
              <a:t>©️ IMS Inc. All rights reserved.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3C38B8-C845-4AD6-8CC9-DA3558795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C3C57116-B3A9-4AA4-9620-8DDE8579C4A6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986356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6F09443A-D76B-2A33-807E-2B8508DFA55A}"/>
              </a:ext>
            </a:extLst>
          </p:cNvPr>
          <p:cNvSpPr/>
          <p:nvPr userDrawn="1"/>
        </p:nvSpPr>
        <p:spPr>
          <a:xfrm>
            <a:off x="0" y="6564573"/>
            <a:ext cx="12192000" cy="301757"/>
          </a:xfrm>
          <a:prstGeom prst="rect">
            <a:avLst/>
          </a:prstGeom>
          <a:solidFill>
            <a:srgbClr val="2E75B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ysClr val="windowText" lastClr="000000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B5C5A01-59C0-4F7D-AC77-6888E5727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8613" y="220246"/>
            <a:ext cx="9490023" cy="278422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002060"/>
                </a:solidFill>
                <a:latin typeface="+mj-lt"/>
                <a:ea typeface="+mj-ea"/>
              </a:defRPr>
            </a:lvl1pPr>
          </a:lstStyle>
          <a:p>
            <a:r>
              <a:rPr kumimoji="1" lang="ja-JP" altLang="en-US"/>
              <a:t>タイトルを入力</a:t>
            </a: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F82661D-9216-499F-9034-1F0ADCE51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40" y="6556244"/>
            <a:ext cx="3376260" cy="301756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pPr algn="l"/>
            <a:r>
              <a:rPr lang="en-US" altLang="ja-JP"/>
              <a:t>©️ IMS Inc. All rights reserved.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DB9F40-24E7-4F50-830F-E3950060E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8601" y="6556243"/>
            <a:ext cx="496900" cy="301756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fld id="{C3C57116-B3A9-4AA4-9620-8DDE8579C4A6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F190E28D-7D7D-42E8-B9C2-F0D27A4BB98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208614" y="771320"/>
            <a:ext cx="11754786" cy="752680"/>
          </a:xfrm>
          <a:prstGeom prst="rect">
            <a:avLst/>
          </a:prstGeom>
        </p:spPr>
        <p:txBody>
          <a:bodyPr/>
          <a:lstStyle>
            <a:lvl1pPr marL="285750" indent="-285750">
              <a:buFont typeface="Wingdings" panose="05000000000000000000" pitchFamily="2" charset="2"/>
              <a:buChar char="n"/>
              <a:defRPr sz="1800" b="0">
                <a:solidFill>
                  <a:srgbClr val="002060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/>
              <a:t>テキストを入力</a:t>
            </a:r>
            <a:endParaRPr kumimoji="1" lang="en-US" altLang="ja-JP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45E1B4E5-870E-D813-BB60-9D5DA3A79CA9}"/>
              </a:ext>
            </a:extLst>
          </p:cNvPr>
          <p:cNvCxnSpPr>
            <a:cxnSpLocks/>
          </p:cNvCxnSpPr>
          <p:nvPr userDrawn="1"/>
        </p:nvCxnSpPr>
        <p:spPr>
          <a:xfrm>
            <a:off x="0" y="609600"/>
            <a:ext cx="12192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フッター プレースホルダー 4">
            <a:extLst>
              <a:ext uri="{FF2B5EF4-FFF2-40B4-BE49-F238E27FC236}">
                <a16:creationId xmlns:a16="http://schemas.microsoft.com/office/drawing/2014/main" id="{55035E5F-EA9E-1462-AB1F-528E25290756}"/>
              </a:ext>
            </a:extLst>
          </p:cNvPr>
          <p:cNvSpPr txBox="1">
            <a:spLocks/>
          </p:cNvSpPr>
          <p:nvPr userDrawn="1"/>
        </p:nvSpPr>
        <p:spPr>
          <a:xfrm>
            <a:off x="52740" y="6547912"/>
            <a:ext cx="337626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ja-JP">
                <a:solidFill>
                  <a:schemeClr val="bg1"/>
                </a:solidFill>
              </a:rPr>
              <a:t>©️ IMS Inc. All rights reserved.</a:t>
            </a:r>
          </a:p>
        </p:txBody>
      </p:sp>
      <p:sp>
        <p:nvSpPr>
          <p:cNvPr id="16" name="スライド番号プレースホルダー 5">
            <a:extLst>
              <a:ext uri="{FF2B5EF4-FFF2-40B4-BE49-F238E27FC236}">
                <a16:creationId xmlns:a16="http://schemas.microsoft.com/office/drawing/2014/main" id="{71E81687-4938-C121-1B54-31D06A56050D}"/>
              </a:ext>
            </a:extLst>
          </p:cNvPr>
          <p:cNvSpPr txBox="1">
            <a:spLocks/>
          </p:cNvSpPr>
          <p:nvPr userDrawn="1"/>
        </p:nvSpPr>
        <p:spPr>
          <a:xfrm>
            <a:off x="11658601" y="6547911"/>
            <a:ext cx="4969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C57116-B3A9-4AA4-9620-8DDE8579C4A6}" type="slidenum">
              <a:rPr lang="ja-JP" altLang="en-US" smtClean="0">
                <a:solidFill>
                  <a:schemeClr val="bg1"/>
                </a:solidFill>
              </a:rPr>
              <a:pPr/>
              <a:t>‹#›</a:t>
            </a:fld>
            <a:endParaRPr lang="ja-JP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4500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C01307-AFBC-4BF4-9FCE-615E73E2E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3350" y="1445484"/>
            <a:ext cx="10515600" cy="3967032"/>
          </a:xfrm>
          <a:prstGeom prst="rect">
            <a:avLst/>
          </a:prstGeom>
        </p:spPr>
        <p:txBody>
          <a:bodyPr anchor="ctr" anchorCtr="0"/>
          <a:lstStyle>
            <a:lvl1pPr>
              <a:defRPr b="1">
                <a:solidFill>
                  <a:srgbClr val="002060"/>
                </a:solidFill>
                <a:latin typeface="+mj-lt"/>
                <a:ea typeface="+mj-ea"/>
              </a:defRPr>
            </a:lvl1pPr>
          </a:lstStyle>
          <a:p>
            <a:r>
              <a:rPr kumimoji="1" lang="ja-JP" altLang="en-US"/>
              <a:t>タイトルを入力</a:t>
            </a: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F2DBD5D-A1B5-4C96-8B50-86B5B7CF2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pPr algn="l"/>
            <a:r>
              <a:rPr lang="en-US" altLang="ja-JP"/>
              <a:t>©️ IMS Inc. All rights reserved.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52D7227-DE21-4077-B2C4-3FF5E9B35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C3C57116-B3A9-4AA4-9620-8DDE8579C4A6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01638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358A772-F90E-478A-9164-F185B9593E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740" y="6521761"/>
            <a:ext cx="33762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pPr algn="l"/>
            <a:r>
              <a:rPr lang="en-US" altLang="ja-JP"/>
              <a:t>©️ IMS Inc. All rights reserved.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CF012B-05D4-47C5-AAC0-854873BE16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8601" y="6521760"/>
            <a:ext cx="49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C57116-B3A9-4AA4-9620-8DDE8579C4A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2F24F02B-ED65-44D7-AA05-60C641675DDC}"/>
              </a:ext>
            </a:extLst>
          </p:cNvPr>
          <p:cNvGrpSpPr/>
          <p:nvPr userDrawn="1"/>
        </p:nvGrpSpPr>
        <p:grpSpPr>
          <a:xfrm>
            <a:off x="12385179" y="1013462"/>
            <a:ext cx="290275" cy="4714855"/>
            <a:chOff x="1783481" y="1880068"/>
            <a:chExt cx="424991" cy="4286232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22A49947-3069-7CDB-54EB-3226FA897E3C}"/>
                </a:ext>
              </a:extLst>
            </p:cNvPr>
            <p:cNvSpPr/>
            <p:nvPr/>
          </p:nvSpPr>
          <p:spPr bwMode="auto">
            <a:xfrm>
              <a:off x="1783481" y="4069200"/>
              <a:ext cx="424991" cy="637486"/>
            </a:xfrm>
            <a:prstGeom prst="rect">
              <a:avLst/>
            </a:prstGeom>
            <a:solidFill>
              <a:srgbClr val="5B9BD5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2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M PLUS 1p" panose="020B0600070205080204" charset="-128"/>
                </a:rPr>
                <a:t>白</a:t>
              </a:r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CE422227-943B-02E3-90A7-5319E049C96E}"/>
                </a:ext>
              </a:extLst>
            </p:cNvPr>
            <p:cNvSpPr/>
            <p:nvPr/>
          </p:nvSpPr>
          <p:spPr bwMode="auto">
            <a:xfrm>
              <a:off x="1783481" y="2609588"/>
              <a:ext cx="424991" cy="637486"/>
            </a:xfrm>
            <a:prstGeom prst="rect">
              <a:avLst/>
            </a:prstGeom>
            <a:solidFill>
              <a:srgbClr val="002060"/>
            </a:solidFill>
            <a:ln w="12700">
              <a:solidFill>
                <a:srgbClr val="002060"/>
              </a:solidFill>
              <a:miter lim="800000"/>
              <a:headEnd/>
              <a:tailEnd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2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M PLUS 1p" panose="020B0600070205080204" charset="-128"/>
                </a:rPr>
                <a:t>白</a:t>
              </a: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EBE9DC0B-363F-0A0B-AD93-458CEC567469}"/>
                </a:ext>
              </a:extLst>
            </p:cNvPr>
            <p:cNvSpPr/>
            <p:nvPr/>
          </p:nvSpPr>
          <p:spPr bwMode="auto">
            <a:xfrm>
              <a:off x="1783481" y="4799006"/>
              <a:ext cx="424991" cy="637486"/>
            </a:xfrm>
            <a:prstGeom prst="rect">
              <a:avLst/>
            </a:prstGeom>
            <a:solidFill>
              <a:srgbClr val="5B9BD5">
                <a:lumMod val="40000"/>
                <a:lumOff val="60000"/>
              </a:srgbClr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200" b="1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M PLUS 1p" panose="020B0600070205080204" charset="-128"/>
                </a:rPr>
                <a:t>黒</a:t>
              </a:r>
              <a:endParaRPr kumimoji="0" lang="en-US" altLang="ja-JP" sz="1200" b="1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 PLUS 1p" panose="020B0600070205080204" charset="-128"/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249EF933-1C51-3FD8-0F49-E7214F8F4392}"/>
                </a:ext>
              </a:extLst>
            </p:cNvPr>
            <p:cNvSpPr/>
            <p:nvPr/>
          </p:nvSpPr>
          <p:spPr bwMode="auto">
            <a:xfrm>
              <a:off x="1783481" y="5528814"/>
              <a:ext cx="424991" cy="637486"/>
            </a:xfrm>
            <a:prstGeom prst="rect">
              <a:avLst/>
            </a:prstGeom>
            <a:solidFill>
              <a:srgbClr val="5B9BD5">
                <a:lumMod val="20000"/>
                <a:lumOff val="80000"/>
              </a:srgbClr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200" b="1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M PLUS 1p" panose="020B0600070205080204" charset="-128"/>
                </a:rPr>
                <a:t>黒</a:t>
              </a:r>
              <a:endParaRPr kumimoji="0" lang="en-US" altLang="ja-JP" sz="1200" b="1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 PLUS 1p" panose="020B0600070205080204" charset="-128"/>
              </a:endParaRP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C12EF1B6-52E5-6CCE-28A0-A25B7A2A8C2C}"/>
                </a:ext>
              </a:extLst>
            </p:cNvPr>
            <p:cNvSpPr/>
            <p:nvPr/>
          </p:nvSpPr>
          <p:spPr bwMode="auto">
            <a:xfrm>
              <a:off x="1783481" y="3339394"/>
              <a:ext cx="424991" cy="637486"/>
            </a:xfrm>
            <a:prstGeom prst="rect">
              <a:avLst/>
            </a:prstGeom>
            <a:solidFill>
              <a:srgbClr val="215C96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2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M PLUS 1p" panose="020B0600070205080204" charset="-128"/>
                </a:rPr>
                <a:t>白</a:t>
              </a:r>
            </a:p>
          </p:txBody>
        </p:sp>
        <p:sp>
          <p:nvSpPr>
            <p:cNvPr id="11" name="四角形: 角を丸くする 10">
              <a:extLst>
                <a:ext uri="{FF2B5EF4-FFF2-40B4-BE49-F238E27FC236}">
                  <a16:creationId xmlns:a16="http://schemas.microsoft.com/office/drawing/2014/main" id="{DB1F747A-789D-25A3-3B5F-D4484D5D9F6F}"/>
                </a:ext>
              </a:extLst>
            </p:cNvPr>
            <p:cNvSpPr/>
            <p:nvPr/>
          </p:nvSpPr>
          <p:spPr bwMode="auto">
            <a:xfrm>
              <a:off x="1783481" y="1880068"/>
              <a:ext cx="424800" cy="637200"/>
            </a:xfrm>
            <a:prstGeom prst="roundRect">
              <a:avLst/>
            </a:prstGeom>
            <a:solidFill>
              <a:sysClr val="window" lastClr="FFFFFF"/>
            </a:solidFill>
            <a:ln w="12700">
              <a:solidFill>
                <a:srgbClr val="ED7D31"/>
              </a:solidFill>
              <a:miter lim="800000"/>
              <a:headEnd/>
              <a:tailEnd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M PLUS 1p" panose="020B0600070205080204" charset="-128"/>
                </a:rPr>
                <a:t>橙</a:t>
              </a:r>
            </a:p>
          </p:txBody>
        </p:sp>
      </p:grpSp>
      <p:pic>
        <p:nvPicPr>
          <p:cNvPr id="14" name="図 13">
            <a:extLst>
              <a:ext uri="{FF2B5EF4-FFF2-40B4-BE49-F238E27FC236}">
                <a16:creationId xmlns:a16="http://schemas.microsoft.com/office/drawing/2014/main" id="{B7CCC487-3FE7-8270-7DD5-C1BF794F2DB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6233" y="32456"/>
            <a:ext cx="559558" cy="559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914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3EA04-A6B1-3708-D6B2-0536A25D3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A2F4E0-2508-C935-18E8-A8709AA1B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事業体制（</a:t>
            </a:r>
            <a:r>
              <a:rPr kumimoji="1" lang="en-US" altLang="ja-JP" dirty="0"/>
              <a:t>2026</a:t>
            </a:r>
            <a:r>
              <a:rPr kumimoji="1" lang="ja-JP" altLang="en-US" dirty="0"/>
              <a:t>年</a:t>
            </a:r>
            <a:r>
              <a:rPr kumimoji="1" lang="en-US" altLang="ja-JP" dirty="0"/>
              <a:t>4</a:t>
            </a:r>
            <a:r>
              <a:rPr kumimoji="1" lang="ja-JP" altLang="en-US" dirty="0"/>
              <a:t>月時点）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01055D4-6AF1-4863-0D0A-0E21F1A6A03D}"/>
              </a:ext>
            </a:extLst>
          </p:cNvPr>
          <p:cNvSpPr/>
          <p:nvPr/>
        </p:nvSpPr>
        <p:spPr>
          <a:xfrm>
            <a:off x="762096" y="698070"/>
            <a:ext cx="11126137" cy="885246"/>
          </a:xfrm>
          <a:prstGeom prst="rect">
            <a:avLst/>
          </a:prstGeom>
          <a:solidFill>
            <a:schemeClr val="accent5">
              <a:lumMod val="50000"/>
            </a:schemeClr>
          </a:solidFill>
          <a:ln w="6350">
            <a:solidFill>
              <a:srgbClr val="215C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IMS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ホールディングス</a:t>
            </a:r>
          </a:p>
        </p:txBody>
      </p:sp>
      <p:cxnSp>
        <p:nvCxnSpPr>
          <p:cNvPr id="116" name="コネクタ: カギ線 115">
            <a:extLst>
              <a:ext uri="{FF2B5EF4-FFF2-40B4-BE49-F238E27FC236}">
                <a16:creationId xmlns:a16="http://schemas.microsoft.com/office/drawing/2014/main" id="{6B161127-2EED-2642-FEF0-F24CB76D2771}"/>
              </a:ext>
            </a:extLst>
          </p:cNvPr>
          <p:cNvCxnSpPr>
            <a:cxnSpLocks/>
            <a:stCxn id="8" idx="2"/>
            <a:endCxn id="115" idx="0"/>
          </p:cNvCxnSpPr>
          <p:nvPr/>
        </p:nvCxnSpPr>
        <p:spPr>
          <a:xfrm rot="5400000">
            <a:off x="3847570" y="570207"/>
            <a:ext cx="1464486" cy="349070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コネクタ: カギ線 131">
            <a:extLst>
              <a:ext uri="{FF2B5EF4-FFF2-40B4-BE49-F238E27FC236}">
                <a16:creationId xmlns:a16="http://schemas.microsoft.com/office/drawing/2014/main" id="{20FAF6AA-63B7-D55F-C7FA-39FE2BC3C6E1}"/>
              </a:ext>
            </a:extLst>
          </p:cNvPr>
          <p:cNvCxnSpPr>
            <a:cxnSpLocks/>
            <a:stCxn id="8" idx="2"/>
            <a:endCxn id="127" idx="0"/>
          </p:cNvCxnSpPr>
          <p:nvPr/>
        </p:nvCxnSpPr>
        <p:spPr>
          <a:xfrm rot="5400000">
            <a:off x="4669897" y="1392534"/>
            <a:ext cx="1464486" cy="184605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コネクタ: カギ線 147">
            <a:extLst>
              <a:ext uri="{FF2B5EF4-FFF2-40B4-BE49-F238E27FC236}">
                <a16:creationId xmlns:a16="http://schemas.microsoft.com/office/drawing/2014/main" id="{572F48D5-942B-F173-1983-F62E17DCB7A0}"/>
              </a:ext>
            </a:extLst>
          </p:cNvPr>
          <p:cNvCxnSpPr>
            <a:cxnSpLocks/>
            <a:stCxn id="8" idx="2"/>
            <a:endCxn id="139" idx="0"/>
          </p:cNvCxnSpPr>
          <p:nvPr/>
        </p:nvCxnSpPr>
        <p:spPr>
          <a:xfrm rot="5400000">
            <a:off x="5495183" y="2217820"/>
            <a:ext cx="1464486" cy="19547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7" name="コネクタ: カギ線 156">
            <a:extLst>
              <a:ext uri="{FF2B5EF4-FFF2-40B4-BE49-F238E27FC236}">
                <a16:creationId xmlns:a16="http://schemas.microsoft.com/office/drawing/2014/main" id="{230B7C83-5E18-C51E-3A4F-104B9BAF1C66}"/>
              </a:ext>
            </a:extLst>
          </p:cNvPr>
          <p:cNvCxnSpPr>
            <a:cxnSpLocks/>
            <a:stCxn id="8" idx="2"/>
            <a:endCxn id="152" idx="0"/>
          </p:cNvCxnSpPr>
          <p:nvPr/>
        </p:nvCxnSpPr>
        <p:spPr>
          <a:xfrm rot="16200000" flipH="1">
            <a:off x="6320469" y="1588011"/>
            <a:ext cx="1464486" cy="145509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1DB15270-FFCC-EBBB-EDA5-BB90F4CAF8F7}"/>
              </a:ext>
            </a:extLst>
          </p:cNvPr>
          <p:cNvSpPr/>
          <p:nvPr/>
        </p:nvSpPr>
        <p:spPr>
          <a:xfrm>
            <a:off x="2031274" y="4513930"/>
            <a:ext cx="308534" cy="88524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rgbClr val="215C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飲食</a:t>
            </a:r>
            <a:endParaRPr kumimoji="1" lang="en-US" altLang="ja-JP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sp>
        <p:nvSpPr>
          <p:cNvPr id="160" name="正方形/長方形 159">
            <a:extLst>
              <a:ext uri="{FF2B5EF4-FFF2-40B4-BE49-F238E27FC236}">
                <a16:creationId xmlns:a16="http://schemas.microsoft.com/office/drawing/2014/main" id="{CB0FD311-40E5-1F57-2356-8B9BA28144A6}"/>
              </a:ext>
            </a:extLst>
          </p:cNvPr>
          <p:cNvSpPr/>
          <p:nvPr/>
        </p:nvSpPr>
        <p:spPr>
          <a:xfrm>
            <a:off x="2384757" y="4513930"/>
            <a:ext cx="308534" cy="88524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rgbClr val="215C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エステ</a:t>
            </a:r>
            <a:endParaRPr kumimoji="1" lang="en-US" altLang="ja-JP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sp>
        <p:nvSpPr>
          <p:cNvPr id="189" name="正方形/長方形 188">
            <a:extLst>
              <a:ext uri="{FF2B5EF4-FFF2-40B4-BE49-F238E27FC236}">
                <a16:creationId xmlns:a16="http://schemas.microsoft.com/office/drawing/2014/main" id="{7E962C0D-488A-01F7-0048-E8EAE499AF75}"/>
              </a:ext>
            </a:extLst>
          </p:cNvPr>
          <p:cNvSpPr/>
          <p:nvPr/>
        </p:nvSpPr>
        <p:spPr>
          <a:xfrm>
            <a:off x="4036626" y="4513930"/>
            <a:ext cx="308534" cy="88524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rgbClr val="215C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不動産</a:t>
            </a:r>
            <a:endParaRPr kumimoji="1" lang="en-US" altLang="ja-JP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sp>
        <p:nvSpPr>
          <p:cNvPr id="190" name="正方形/長方形 189">
            <a:extLst>
              <a:ext uri="{FF2B5EF4-FFF2-40B4-BE49-F238E27FC236}">
                <a16:creationId xmlns:a16="http://schemas.microsoft.com/office/drawing/2014/main" id="{BBD10CCA-4C9E-495B-F957-DDE7C5DA3318}"/>
              </a:ext>
            </a:extLst>
          </p:cNvPr>
          <p:cNvSpPr/>
          <p:nvPr/>
        </p:nvSpPr>
        <p:spPr>
          <a:xfrm>
            <a:off x="4395180" y="4513930"/>
            <a:ext cx="308534" cy="88524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rgbClr val="215C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海外輸出</a:t>
            </a:r>
            <a:endParaRPr kumimoji="1" lang="en-US" altLang="ja-JP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cxnSp>
        <p:nvCxnSpPr>
          <p:cNvPr id="162" name="コネクタ: カギ線 161">
            <a:extLst>
              <a:ext uri="{FF2B5EF4-FFF2-40B4-BE49-F238E27FC236}">
                <a16:creationId xmlns:a16="http://schemas.microsoft.com/office/drawing/2014/main" id="{B58486C6-97F2-1E96-4C80-7F935C785B7A}"/>
              </a:ext>
            </a:extLst>
          </p:cNvPr>
          <p:cNvCxnSpPr>
            <a:cxnSpLocks/>
            <a:stCxn id="160" idx="0"/>
            <a:endCxn id="115" idx="2"/>
          </p:cNvCxnSpPr>
          <p:nvPr/>
        </p:nvCxnSpPr>
        <p:spPr>
          <a:xfrm rot="5400000" flipH="1" flipV="1">
            <a:off x="2396301" y="4075771"/>
            <a:ext cx="580882" cy="29543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3" name="コネクタ: カギ線 162">
            <a:extLst>
              <a:ext uri="{FF2B5EF4-FFF2-40B4-BE49-F238E27FC236}">
                <a16:creationId xmlns:a16="http://schemas.microsoft.com/office/drawing/2014/main" id="{FE482816-C689-0EAF-DEA8-04862A058D41}"/>
              </a:ext>
            </a:extLst>
          </p:cNvPr>
          <p:cNvCxnSpPr>
            <a:cxnSpLocks/>
            <a:stCxn id="115" idx="2"/>
            <a:endCxn id="26" idx="0"/>
          </p:cNvCxnSpPr>
          <p:nvPr/>
        </p:nvCxnSpPr>
        <p:spPr>
          <a:xfrm rot="5400000">
            <a:off x="2219560" y="3899030"/>
            <a:ext cx="580882" cy="64891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9" name="正方形/長方形 168">
            <a:extLst>
              <a:ext uri="{FF2B5EF4-FFF2-40B4-BE49-F238E27FC236}">
                <a16:creationId xmlns:a16="http://schemas.microsoft.com/office/drawing/2014/main" id="{6D3730A3-0823-ED1D-9B4F-9EB49189FDFF}"/>
              </a:ext>
            </a:extLst>
          </p:cNvPr>
          <p:cNvSpPr/>
          <p:nvPr/>
        </p:nvSpPr>
        <p:spPr>
          <a:xfrm>
            <a:off x="794493" y="4513929"/>
            <a:ext cx="308534" cy="88524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rgbClr val="215C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コンサル</a:t>
            </a:r>
          </a:p>
        </p:txBody>
      </p:sp>
      <p:sp>
        <p:nvSpPr>
          <p:cNvPr id="170" name="正方形/長方形 169">
            <a:extLst>
              <a:ext uri="{FF2B5EF4-FFF2-40B4-BE49-F238E27FC236}">
                <a16:creationId xmlns:a16="http://schemas.microsoft.com/office/drawing/2014/main" id="{2D8DC533-755E-28DF-84E3-20440234B281}"/>
              </a:ext>
            </a:extLst>
          </p:cNvPr>
          <p:cNvSpPr/>
          <p:nvPr/>
        </p:nvSpPr>
        <p:spPr>
          <a:xfrm>
            <a:off x="1153047" y="4513929"/>
            <a:ext cx="308534" cy="88524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rgbClr val="215C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システム</a:t>
            </a:r>
            <a:endParaRPr kumimoji="1" lang="en-US" altLang="ja-JP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100" dirty="0">
                <a:solidFill>
                  <a:schemeClr val="tx1"/>
                </a:solidFill>
                <a:latin typeface="Meiryo UI"/>
                <a:ea typeface="Meiryo UI"/>
              </a:rPr>
              <a:t>開発・運用</a:t>
            </a:r>
            <a:endParaRPr kumimoji="1" lang="en-US" altLang="ja-JP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sp>
        <p:nvSpPr>
          <p:cNvPr id="204" name="正方形/長方形 203">
            <a:extLst>
              <a:ext uri="{FF2B5EF4-FFF2-40B4-BE49-F238E27FC236}">
                <a16:creationId xmlns:a16="http://schemas.microsoft.com/office/drawing/2014/main" id="{2A6A62DA-4AEA-A0C4-E752-25258858270D}"/>
              </a:ext>
            </a:extLst>
          </p:cNvPr>
          <p:cNvSpPr/>
          <p:nvPr/>
        </p:nvSpPr>
        <p:spPr>
          <a:xfrm>
            <a:off x="1507934" y="4513929"/>
            <a:ext cx="308534" cy="88524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rgbClr val="215C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100" dirty="0">
                <a:solidFill>
                  <a:schemeClr val="tx1"/>
                </a:solidFill>
                <a:latin typeface="Meiryo UI"/>
                <a:ea typeface="Meiryo UI"/>
              </a:rPr>
              <a:t>エンタメ</a:t>
            </a:r>
            <a:endParaRPr kumimoji="1" lang="en-US" altLang="ja-JP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cxnSp>
        <p:nvCxnSpPr>
          <p:cNvPr id="205" name="コネクタ: カギ線 204">
            <a:extLst>
              <a:ext uri="{FF2B5EF4-FFF2-40B4-BE49-F238E27FC236}">
                <a16:creationId xmlns:a16="http://schemas.microsoft.com/office/drawing/2014/main" id="{5D977DDE-33BC-1D93-6E3B-752B82E696A5}"/>
              </a:ext>
            </a:extLst>
          </p:cNvPr>
          <p:cNvCxnSpPr>
            <a:cxnSpLocks/>
            <a:stCxn id="8" idx="2"/>
            <a:endCxn id="169" idx="0"/>
          </p:cNvCxnSpPr>
          <p:nvPr/>
        </p:nvCxnSpPr>
        <p:spPr>
          <a:xfrm rot="5400000">
            <a:off x="2171657" y="360420"/>
            <a:ext cx="2930613" cy="5376405"/>
          </a:xfrm>
          <a:prstGeom prst="bentConnector3">
            <a:avLst>
              <a:gd name="adj1" fmla="val 12777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9" name="コネクタ: カギ線 208">
            <a:extLst>
              <a:ext uri="{FF2B5EF4-FFF2-40B4-BE49-F238E27FC236}">
                <a16:creationId xmlns:a16="http://schemas.microsoft.com/office/drawing/2014/main" id="{BA4478E3-FA83-9A11-634F-72E1FE46608F}"/>
              </a:ext>
            </a:extLst>
          </p:cNvPr>
          <p:cNvCxnSpPr>
            <a:cxnSpLocks/>
            <a:stCxn id="8" idx="2"/>
            <a:endCxn id="170" idx="0"/>
          </p:cNvCxnSpPr>
          <p:nvPr/>
        </p:nvCxnSpPr>
        <p:spPr>
          <a:xfrm rot="5400000">
            <a:off x="2350934" y="539697"/>
            <a:ext cx="2930613" cy="5017851"/>
          </a:xfrm>
          <a:prstGeom prst="bentConnector3">
            <a:avLst>
              <a:gd name="adj1" fmla="val 12777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3" name="コネクタ: カギ線 212">
            <a:extLst>
              <a:ext uri="{FF2B5EF4-FFF2-40B4-BE49-F238E27FC236}">
                <a16:creationId xmlns:a16="http://schemas.microsoft.com/office/drawing/2014/main" id="{89F3C698-2899-51D0-EDBB-CD9A9EADD7A5}"/>
              </a:ext>
            </a:extLst>
          </p:cNvPr>
          <p:cNvCxnSpPr>
            <a:cxnSpLocks/>
            <a:stCxn id="8" idx="2"/>
            <a:endCxn id="204" idx="0"/>
          </p:cNvCxnSpPr>
          <p:nvPr/>
        </p:nvCxnSpPr>
        <p:spPr>
          <a:xfrm rot="5400000">
            <a:off x="2528377" y="717140"/>
            <a:ext cx="2930613" cy="4662964"/>
          </a:xfrm>
          <a:prstGeom prst="bentConnector3">
            <a:avLst>
              <a:gd name="adj1" fmla="val 12777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1" name="正方形/長方形 220">
            <a:extLst>
              <a:ext uri="{FF2B5EF4-FFF2-40B4-BE49-F238E27FC236}">
                <a16:creationId xmlns:a16="http://schemas.microsoft.com/office/drawing/2014/main" id="{F5A8EA2D-6A32-4CAF-0433-E7AA9D8D4194}"/>
              </a:ext>
            </a:extLst>
          </p:cNvPr>
          <p:cNvSpPr/>
          <p:nvPr/>
        </p:nvSpPr>
        <p:spPr>
          <a:xfrm>
            <a:off x="4749091" y="4513930"/>
            <a:ext cx="308534" cy="88524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rgbClr val="215C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人材紹介</a:t>
            </a:r>
            <a:endParaRPr kumimoji="1" lang="en-US" altLang="ja-JP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cxnSp>
        <p:nvCxnSpPr>
          <p:cNvPr id="224" name="コネクタ: カギ線 223">
            <a:extLst>
              <a:ext uri="{FF2B5EF4-FFF2-40B4-BE49-F238E27FC236}">
                <a16:creationId xmlns:a16="http://schemas.microsoft.com/office/drawing/2014/main" id="{74F8F0C6-1A4F-9CA6-F699-46349DB3DDFA}"/>
              </a:ext>
            </a:extLst>
          </p:cNvPr>
          <p:cNvCxnSpPr>
            <a:cxnSpLocks/>
            <a:stCxn id="127" idx="2"/>
            <a:endCxn id="189" idx="0"/>
          </p:cNvCxnSpPr>
          <p:nvPr/>
        </p:nvCxnSpPr>
        <p:spPr>
          <a:xfrm rot="5400000">
            <a:off x="4044563" y="4079379"/>
            <a:ext cx="580882" cy="28822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7" name="コネクタ: カギ線 226">
            <a:extLst>
              <a:ext uri="{FF2B5EF4-FFF2-40B4-BE49-F238E27FC236}">
                <a16:creationId xmlns:a16="http://schemas.microsoft.com/office/drawing/2014/main" id="{EF98AB59-A34F-990C-F807-1F1BB037375B}"/>
              </a:ext>
            </a:extLst>
          </p:cNvPr>
          <p:cNvCxnSpPr>
            <a:cxnSpLocks/>
            <a:stCxn id="127" idx="2"/>
            <a:endCxn id="190" idx="0"/>
          </p:cNvCxnSpPr>
          <p:nvPr/>
        </p:nvCxnSpPr>
        <p:spPr>
          <a:xfrm rot="16200000" flipH="1">
            <a:off x="4223839" y="4188322"/>
            <a:ext cx="580882" cy="7033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1" name="コネクタ: カギ線 230">
            <a:extLst>
              <a:ext uri="{FF2B5EF4-FFF2-40B4-BE49-F238E27FC236}">
                <a16:creationId xmlns:a16="http://schemas.microsoft.com/office/drawing/2014/main" id="{070A4FD2-70A6-A4D8-6A3E-BC2B96145CC8}"/>
              </a:ext>
            </a:extLst>
          </p:cNvPr>
          <p:cNvCxnSpPr>
            <a:cxnSpLocks/>
            <a:stCxn id="127" idx="2"/>
            <a:endCxn id="221" idx="0"/>
          </p:cNvCxnSpPr>
          <p:nvPr/>
        </p:nvCxnSpPr>
        <p:spPr>
          <a:xfrm rot="16200000" flipH="1">
            <a:off x="4400795" y="4011367"/>
            <a:ext cx="580882" cy="42424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7" name="正方形/長方形 236">
            <a:extLst>
              <a:ext uri="{FF2B5EF4-FFF2-40B4-BE49-F238E27FC236}">
                <a16:creationId xmlns:a16="http://schemas.microsoft.com/office/drawing/2014/main" id="{70773DBE-C2C1-50F5-8E57-10E0CF0F581B}"/>
              </a:ext>
            </a:extLst>
          </p:cNvPr>
          <p:cNvSpPr/>
          <p:nvPr/>
        </p:nvSpPr>
        <p:spPr>
          <a:xfrm>
            <a:off x="5326872" y="4513930"/>
            <a:ext cx="308534" cy="88524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rgbClr val="215C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コンサル</a:t>
            </a:r>
            <a:endParaRPr kumimoji="1" lang="en-US" altLang="ja-JP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sp>
        <p:nvSpPr>
          <p:cNvPr id="238" name="正方形/長方形 237">
            <a:extLst>
              <a:ext uri="{FF2B5EF4-FFF2-40B4-BE49-F238E27FC236}">
                <a16:creationId xmlns:a16="http://schemas.microsoft.com/office/drawing/2014/main" id="{4E926CB6-3267-46A7-1A63-0CC0272D3D27}"/>
              </a:ext>
            </a:extLst>
          </p:cNvPr>
          <p:cNvSpPr/>
          <p:nvPr/>
        </p:nvSpPr>
        <p:spPr>
          <a:xfrm>
            <a:off x="5680199" y="4513930"/>
            <a:ext cx="308534" cy="8852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215C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エンタメ</a:t>
            </a:r>
            <a:endParaRPr kumimoji="1" lang="en-US" altLang="ja-JP" sz="11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cxnSp>
        <p:nvCxnSpPr>
          <p:cNvPr id="239" name="コネクタ: カギ線 238">
            <a:extLst>
              <a:ext uri="{FF2B5EF4-FFF2-40B4-BE49-F238E27FC236}">
                <a16:creationId xmlns:a16="http://schemas.microsoft.com/office/drawing/2014/main" id="{0438B371-C5FF-615C-7BD0-FDC95D8E64EB}"/>
              </a:ext>
            </a:extLst>
          </p:cNvPr>
          <p:cNvCxnSpPr>
            <a:cxnSpLocks/>
            <a:stCxn id="237" idx="0"/>
            <a:endCxn id="139" idx="2"/>
          </p:cNvCxnSpPr>
          <p:nvPr/>
        </p:nvCxnSpPr>
        <p:spPr>
          <a:xfrm rot="5400000" flipH="1" flipV="1">
            <a:off x="5514972" y="3899215"/>
            <a:ext cx="580882" cy="64854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2" name="コネクタ: カギ線 241">
            <a:extLst>
              <a:ext uri="{FF2B5EF4-FFF2-40B4-BE49-F238E27FC236}">
                <a16:creationId xmlns:a16="http://schemas.microsoft.com/office/drawing/2014/main" id="{868D7B7C-262D-B440-BEA6-2C6F33EC7E6A}"/>
              </a:ext>
            </a:extLst>
          </p:cNvPr>
          <p:cNvCxnSpPr>
            <a:cxnSpLocks/>
            <a:stCxn id="238" idx="0"/>
            <a:endCxn id="139" idx="2"/>
          </p:cNvCxnSpPr>
          <p:nvPr/>
        </p:nvCxnSpPr>
        <p:spPr>
          <a:xfrm rot="5400000" flipH="1" flipV="1">
            <a:off x="5691635" y="4075879"/>
            <a:ext cx="580882" cy="29522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9" name="正方形/長方形 248">
            <a:extLst>
              <a:ext uri="{FF2B5EF4-FFF2-40B4-BE49-F238E27FC236}">
                <a16:creationId xmlns:a16="http://schemas.microsoft.com/office/drawing/2014/main" id="{C5372F12-934A-D213-9665-55E053FD5611}"/>
              </a:ext>
            </a:extLst>
          </p:cNvPr>
          <p:cNvSpPr/>
          <p:nvPr/>
        </p:nvSpPr>
        <p:spPr>
          <a:xfrm>
            <a:off x="6979822" y="4513930"/>
            <a:ext cx="308534" cy="88524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rgbClr val="215C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コンサル</a:t>
            </a:r>
            <a:endParaRPr kumimoji="1" lang="en-US" altLang="ja-JP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cxnSp>
        <p:nvCxnSpPr>
          <p:cNvPr id="251" name="コネクタ: カギ線 250">
            <a:extLst>
              <a:ext uri="{FF2B5EF4-FFF2-40B4-BE49-F238E27FC236}">
                <a16:creationId xmlns:a16="http://schemas.microsoft.com/office/drawing/2014/main" id="{EB7A9242-6332-FF09-A9C7-97EC3A865875}"/>
              </a:ext>
            </a:extLst>
          </p:cNvPr>
          <p:cNvCxnSpPr>
            <a:cxnSpLocks/>
            <a:stCxn id="249" idx="0"/>
            <a:endCxn id="152" idx="2"/>
          </p:cNvCxnSpPr>
          <p:nvPr/>
        </p:nvCxnSpPr>
        <p:spPr>
          <a:xfrm rot="5400000" flipH="1" flipV="1">
            <a:off x="7166733" y="3900404"/>
            <a:ext cx="580882" cy="64617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2" name="コネクタ: カギ線 271">
            <a:extLst>
              <a:ext uri="{FF2B5EF4-FFF2-40B4-BE49-F238E27FC236}">
                <a16:creationId xmlns:a16="http://schemas.microsoft.com/office/drawing/2014/main" id="{0D98C3C3-05D2-8470-A7E7-F6FB607D5021}"/>
              </a:ext>
            </a:extLst>
          </p:cNvPr>
          <p:cNvCxnSpPr>
            <a:stCxn id="204" idx="2"/>
            <a:endCxn id="238" idx="2"/>
          </p:cNvCxnSpPr>
          <p:nvPr/>
        </p:nvCxnSpPr>
        <p:spPr>
          <a:xfrm rot="16200000" flipH="1">
            <a:off x="3748333" y="3313043"/>
            <a:ext cx="1" cy="4172265"/>
          </a:xfrm>
          <a:prstGeom prst="bentConnector3">
            <a:avLst>
              <a:gd name="adj1" fmla="val 22860100000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テキスト ボックス 272">
            <a:extLst>
              <a:ext uri="{FF2B5EF4-FFF2-40B4-BE49-F238E27FC236}">
                <a16:creationId xmlns:a16="http://schemas.microsoft.com/office/drawing/2014/main" id="{9ECF38CF-29E2-1C28-BF32-F1825C2F88D9}"/>
              </a:ext>
            </a:extLst>
          </p:cNvPr>
          <p:cNvSpPr txBox="1"/>
          <p:nvPr/>
        </p:nvSpPr>
        <p:spPr>
          <a:xfrm>
            <a:off x="1662201" y="5593087"/>
            <a:ext cx="41722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50" dirty="0"/>
              <a:t>将来</a:t>
            </a:r>
          </a:p>
        </p:txBody>
      </p:sp>
      <p:sp>
        <p:nvSpPr>
          <p:cNvPr id="277" name="正方形/長方形 276">
            <a:extLst>
              <a:ext uri="{FF2B5EF4-FFF2-40B4-BE49-F238E27FC236}">
                <a16:creationId xmlns:a16="http://schemas.microsoft.com/office/drawing/2014/main" id="{D6035ECE-75A6-DA80-D3B9-F66D51E28CFB}"/>
              </a:ext>
            </a:extLst>
          </p:cNvPr>
          <p:cNvSpPr/>
          <p:nvPr/>
        </p:nvSpPr>
        <p:spPr>
          <a:xfrm>
            <a:off x="308166" y="698070"/>
            <a:ext cx="368096" cy="323497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ysClr val="windowText" lastClr="000000"/>
                </a:solidFill>
              </a:rPr>
              <a:t>組織</a:t>
            </a:r>
          </a:p>
        </p:txBody>
      </p:sp>
      <p:sp>
        <p:nvSpPr>
          <p:cNvPr id="278" name="正方形/長方形 277">
            <a:extLst>
              <a:ext uri="{FF2B5EF4-FFF2-40B4-BE49-F238E27FC236}">
                <a16:creationId xmlns:a16="http://schemas.microsoft.com/office/drawing/2014/main" id="{FE44A24C-A37F-4D8E-A065-548B486DCE8A}"/>
              </a:ext>
            </a:extLst>
          </p:cNvPr>
          <p:cNvSpPr/>
          <p:nvPr/>
        </p:nvSpPr>
        <p:spPr>
          <a:xfrm>
            <a:off x="308166" y="4072271"/>
            <a:ext cx="368096" cy="1863306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ysClr val="windowText" lastClr="000000"/>
                </a:solidFill>
              </a:rPr>
              <a:t>事業</a:t>
            </a:r>
          </a:p>
        </p:txBody>
      </p:sp>
      <p:sp>
        <p:nvSpPr>
          <p:cNvPr id="283" name="正方形/長方形 282">
            <a:extLst>
              <a:ext uri="{FF2B5EF4-FFF2-40B4-BE49-F238E27FC236}">
                <a16:creationId xmlns:a16="http://schemas.microsoft.com/office/drawing/2014/main" id="{BF8D1E32-8F14-BC62-55BB-D7B45884260A}"/>
              </a:ext>
            </a:extLst>
          </p:cNvPr>
          <p:cNvSpPr/>
          <p:nvPr/>
        </p:nvSpPr>
        <p:spPr>
          <a:xfrm>
            <a:off x="3678072" y="4513930"/>
            <a:ext cx="308534" cy="88524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rgbClr val="215C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コンサル</a:t>
            </a:r>
            <a:endParaRPr kumimoji="1" lang="en-US" altLang="ja-JP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cxnSp>
        <p:nvCxnSpPr>
          <p:cNvPr id="287" name="コネクタ: カギ線 286">
            <a:extLst>
              <a:ext uri="{FF2B5EF4-FFF2-40B4-BE49-F238E27FC236}">
                <a16:creationId xmlns:a16="http://schemas.microsoft.com/office/drawing/2014/main" id="{D7CABE85-5B74-89CC-879F-E6C8685AE323}"/>
              </a:ext>
            </a:extLst>
          </p:cNvPr>
          <p:cNvCxnSpPr>
            <a:cxnSpLocks/>
            <a:stCxn id="127" idx="2"/>
            <a:endCxn id="283" idx="0"/>
          </p:cNvCxnSpPr>
          <p:nvPr/>
        </p:nvCxnSpPr>
        <p:spPr>
          <a:xfrm rot="5400000">
            <a:off x="3865286" y="3900102"/>
            <a:ext cx="580882" cy="64677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FB579F7B-0FF5-1A68-98A4-04C3FB3E22F6}"/>
              </a:ext>
            </a:extLst>
          </p:cNvPr>
          <p:cNvGrpSpPr/>
          <p:nvPr/>
        </p:nvGrpSpPr>
        <p:grpSpPr>
          <a:xfrm>
            <a:off x="1283297" y="1183452"/>
            <a:ext cx="10016594" cy="360946"/>
            <a:chOff x="716720" y="1461516"/>
            <a:chExt cx="10623320" cy="360946"/>
          </a:xfrm>
        </p:grpSpPr>
        <p:sp>
          <p:nvSpPr>
            <p:cNvPr id="59" name="正方形/長方形 58">
              <a:extLst>
                <a:ext uri="{FF2B5EF4-FFF2-40B4-BE49-F238E27FC236}">
                  <a16:creationId xmlns:a16="http://schemas.microsoft.com/office/drawing/2014/main" id="{2E07B0AE-4C04-052D-1C4E-73253D5627F2}"/>
                </a:ext>
              </a:extLst>
            </p:cNvPr>
            <p:cNvSpPr/>
            <p:nvPr/>
          </p:nvSpPr>
          <p:spPr>
            <a:xfrm>
              <a:off x="716720" y="1461516"/>
              <a:ext cx="505399" cy="3609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215C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800" dirty="0">
                  <a:solidFill>
                    <a:sysClr val="windowText" lastClr="000000"/>
                  </a:solidFill>
                </a:rPr>
                <a:t>代取</a:t>
              </a:r>
              <a:endParaRPr kumimoji="1" lang="en-US" altLang="ja-JP" sz="8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ja-JP" altLang="en-US" sz="800" dirty="0">
                  <a:solidFill>
                    <a:sysClr val="windowText" lastClr="000000"/>
                  </a:solidFill>
                </a:rPr>
                <a:t>西田</a:t>
              </a:r>
              <a:endParaRPr kumimoji="1" lang="ja-JP" altLang="en-US" sz="8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0" name="正方形/長方形 69">
              <a:extLst>
                <a:ext uri="{FF2B5EF4-FFF2-40B4-BE49-F238E27FC236}">
                  <a16:creationId xmlns:a16="http://schemas.microsoft.com/office/drawing/2014/main" id="{C861A733-7694-CBA6-571A-B11D769E3E53}"/>
                </a:ext>
              </a:extLst>
            </p:cNvPr>
            <p:cNvSpPr/>
            <p:nvPr/>
          </p:nvSpPr>
          <p:spPr>
            <a:xfrm>
              <a:off x="1276707" y="1461516"/>
              <a:ext cx="505399" cy="3609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215C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800" dirty="0">
                  <a:solidFill>
                    <a:sysClr val="windowText" lastClr="000000"/>
                  </a:solidFill>
                </a:rPr>
                <a:t>代取</a:t>
              </a:r>
              <a:endParaRPr kumimoji="1" lang="en-US" altLang="ja-JP" sz="8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ja-JP" altLang="en-US" sz="800" dirty="0">
                  <a:solidFill>
                    <a:sysClr val="windowText" lastClr="000000"/>
                  </a:solidFill>
                </a:rPr>
                <a:t>中山</a:t>
              </a:r>
              <a:endParaRPr kumimoji="1" lang="ja-JP" altLang="en-US" sz="8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1" name="正方形/長方形 70">
              <a:extLst>
                <a:ext uri="{FF2B5EF4-FFF2-40B4-BE49-F238E27FC236}">
                  <a16:creationId xmlns:a16="http://schemas.microsoft.com/office/drawing/2014/main" id="{2C0566AC-3298-914A-79A4-CBF475221CDF}"/>
                </a:ext>
              </a:extLst>
            </p:cNvPr>
            <p:cNvSpPr/>
            <p:nvPr/>
          </p:nvSpPr>
          <p:spPr>
            <a:xfrm>
              <a:off x="1836694" y="1461516"/>
              <a:ext cx="505399" cy="3609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215C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800" dirty="0">
                  <a:solidFill>
                    <a:sysClr val="windowText" lastClr="000000"/>
                  </a:solidFill>
                </a:rPr>
                <a:t>伊藤</a:t>
              </a:r>
            </a:p>
          </p:txBody>
        </p:sp>
        <p:sp>
          <p:nvSpPr>
            <p:cNvPr id="72" name="正方形/長方形 71">
              <a:extLst>
                <a:ext uri="{FF2B5EF4-FFF2-40B4-BE49-F238E27FC236}">
                  <a16:creationId xmlns:a16="http://schemas.microsoft.com/office/drawing/2014/main" id="{A549A549-0D58-2F65-C746-A909A68D14BE}"/>
                </a:ext>
              </a:extLst>
            </p:cNvPr>
            <p:cNvSpPr/>
            <p:nvPr/>
          </p:nvSpPr>
          <p:spPr>
            <a:xfrm>
              <a:off x="2396681" y="1461516"/>
              <a:ext cx="505399" cy="3609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215C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800" dirty="0">
                  <a:solidFill>
                    <a:sysClr val="windowText" lastClr="000000"/>
                  </a:solidFill>
                </a:rPr>
                <a:t>髙橋</a:t>
              </a:r>
              <a:endParaRPr kumimoji="1" lang="ja-JP" altLang="en-US" sz="8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3" name="正方形/長方形 72">
              <a:extLst>
                <a:ext uri="{FF2B5EF4-FFF2-40B4-BE49-F238E27FC236}">
                  <a16:creationId xmlns:a16="http://schemas.microsoft.com/office/drawing/2014/main" id="{EE7874CB-D06D-F308-DB73-DCCE45805F3F}"/>
                </a:ext>
              </a:extLst>
            </p:cNvPr>
            <p:cNvSpPr/>
            <p:nvPr/>
          </p:nvSpPr>
          <p:spPr>
            <a:xfrm>
              <a:off x="2956668" y="1461516"/>
              <a:ext cx="505399" cy="3609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215C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800" dirty="0">
                  <a:solidFill>
                    <a:sysClr val="windowText" lastClr="000000"/>
                  </a:solidFill>
                </a:rPr>
                <a:t>和田</a:t>
              </a:r>
            </a:p>
          </p:txBody>
        </p:sp>
        <p:sp>
          <p:nvSpPr>
            <p:cNvPr id="74" name="正方形/長方形 73">
              <a:extLst>
                <a:ext uri="{FF2B5EF4-FFF2-40B4-BE49-F238E27FC236}">
                  <a16:creationId xmlns:a16="http://schemas.microsoft.com/office/drawing/2014/main" id="{974AF4B6-F17D-17ED-3BAF-D7C6520A98A5}"/>
                </a:ext>
              </a:extLst>
            </p:cNvPr>
            <p:cNvSpPr/>
            <p:nvPr/>
          </p:nvSpPr>
          <p:spPr>
            <a:xfrm>
              <a:off x="3516655" y="1461516"/>
              <a:ext cx="505399" cy="3609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215C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800" dirty="0">
                  <a:solidFill>
                    <a:sysClr val="windowText" lastClr="000000"/>
                  </a:solidFill>
                </a:rPr>
                <a:t>山本</a:t>
              </a:r>
            </a:p>
          </p:txBody>
        </p:sp>
        <p:sp>
          <p:nvSpPr>
            <p:cNvPr id="75" name="正方形/長方形 74">
              <a:extLst>
                <a:ext uri="{FF2B5EF4-FFF2-40B4-BE49-F238E27FC236}">
                  <a16:creationId xmlns:a16="http://schemas.microsoft.com/office/drawing/2014/main" id="{A95719B8-D482-5CB3-55F0-8F68E7A4BD05}"/>
                </a:ext>
              </a:extLst>
            </p:cNvPr>
            <p:cNvSpPr/>
            <p:nvPr/>
          </p:nvSpPr>
          <p:spPr>
            <a:xfrm>
              <a:off x="4076642" y="1461516"/>
              <a:ext cx="505399" cy="3609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215C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800" dirty="0">
                  <a:solidFill>
                    <a:sysClr val="windowText" lastClr="000000"/>
                  </a:solidFill>
                </a:rPr>
                <a:t>戸張</a:t>
              </a:r>
            </a:p>
          </p:txBody>
        </p:sp>
        <p:sp>
          <p:nvSpPr>
            <p:cNvPr id="83" name="正方形/長方形 82">
              <a:extLst>
                <a:ext uri="{FF2B5EF4-FFF2-40B4-BE49-F238E27FC236}">
                  <a16:creationId xmlns:a16="http://schemas.microsoft.com/office/drawing/2014/main" id="{8559518F-E235-BC2E-5893-B7156D111C10}"/>
                </a:ext>
              </a:extLst>
            </p:cNvPr>
            <p:cNvSpPr/>
            <p:nvPr/>
          </p:nvSpPr>
          <p:spPr>
            <a:xfrm>
              <a:off x="4636629" y="1461516"/>
              <a:ext cx="505399" cy="3609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215C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800" dirty="0">
                  <a:solidFill>
                    <a:sysClr val="windowText" lastClr="000000"/>
                  </a:solidFill>
                </a:rPr>
                <a:t>小林</a:t>
              </a:r>
            </a:p>
          </p:txBody>
        </p:sp>
        <p:sp>
          <p:nvSpPr>
            <p:cNvPr id="84" name="正方形/長方形 83">
              <a:extLst>
                <a:ext uri="{FF2B5EF4-FFF2-40B4-BE49-F238E27FC236}">
                  <a16:creationId xmlns:a16="http://schemas.microsoft.com/office/drawing/2014/main" id="{95CFC30C-D062-319E-65FC-537F2F2DAD14}"/>
                </a:ext>
              </a:extLst>
            </p:cNvPr>
            <p:cNvSpPr/>
            <p:nvPr/>
          </p:nvSpPr>
          <p:spPr>
            <a:xfrm>
              <a:off x="5196616" y="1461516"/>
              <a:ext cx="505399" cy="3609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215C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800" dirty="0">
                  <a:solidFill>
                    <a:sysClr val="windowText" lastClr="000000"/>
                  </a:solidFill>
                </a:rPr>
                <a:t>大道</a:t>
              </a:r>
            </a:p>
          </p:txBody>
        </p:sp>
        <p:sp>
          <p:nvSpPr>
            <p:cNvPr id="85" name="正方形/長方形 84">
              <a:extLst>
                <a:ext uri="{FF2B5EF4-FFF2-40B4-BE49-F238E27FC236}">
                  <a16:creationId xmlns:a16="http://schemas.microsoft.com/office/drawing/2014/main" id="{98EAE664-D56E-1C5F-147C-EF7106CD4D12}"/>
                </a:ext>
              </a:extLst>
            </p:cNvPr>
            <p:cNvSpPr/>
            <p:nvPr/>
          </p:nvSpPr>
          <p:spPr>
            <a:xfrm>
              <a:off x="5756603" y="1461516"/>
              <a:ext cx="505399" cy="3609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215C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800" dirty="0">
                  <a:solidFill>
                    <a:sysClr val="windowText" lastClr="000000"/>
                  </a:solidFill>
                </a:rPr>
                <a:t>宮本</a:t>
              </a:r>
            </a:p>
          </p:txBody>
        </p:sp>
        <p:sp>
          <p:nvSpPr>
            <p:cNvPr id="86" name="正方形/長方形 85">
              <a:extLst>
                <a:ext uri="{FF2B5EF4-FFF2-40B4-BE49-F238E27FC236}">
                  <a16:creationId xmlns:a16="http://schemas.microsoft.com/office/drawing/2014/main" id="{DF648BD5-35C9-2AC0-9A29-9BC2203EFD45}"/>
                </a:ext>
              </a:extLst>
            </p:cNvPr>
            <p:cNvSpPr/>
            <p:nvPr/>
          </p:nvSpPr>
          <p:spPr>
            <a:xfrm>
              <a:off x="6316590" y="1461516"/>
              <a:ext cx="505399" cy="3609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215C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800" dirty="0">
                  <a:solidFill>
                    <a:sysClr val="windowText" lastClr="000000"/>
                  </a:solidFill>
                </a:rPr>
                <a:t>渡邊</a:t>
              </a:r>
              <a:endParaRPr kumimoji="1" lang="ja-JP" altLang="en-US" sz="8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4" name="正方形/長方形 93">
              <a:extLst>
                <a:ext uri="{FF2B5EF4-FFF2-40B4-BE49-F238E27FC236}">
                  <a16:creationId xmlns:a16="http://schemas.microsoft.com/office/drawing/2014/main" id="{7FD98410-A2FE-7CBA-9FF2-BC78A5B56757}"/>
                </a:ext>
              </a:extLst>
            </p:cNvPr>
            <p:cNvSpPr/>
            <p:nvPr/>
          </p:nvSpPr>
          <p:spPr>
            <a:xfrm>
              <a:off x="6878152" y="1461516"/>
              <a:ext cx="505399" cy="3609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215C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800" dirty="0">
                  <a:solidFill>
                    <a:sysClr val="windowText" lastClr="000000"/>
                  </a:solidFill>
                </a:rPr>
                <a:t>小林</a:t>
              </a:r>
            </a:p>
          </p:txBody>
        </p:sp>
        <p:sp>
          <p:nvSpPr>
            <p:cNvPr id="97" name="正方形/長方形 96">
              <a:extLst>
                <a:ext uri="{FF2B5EF4-FFF2-40B4-BE49-F238E27FC236}">
                  <a16:creationId xmlns:a16="http://schemas.microsoft.com/office/drawing/2014/main" id="{91CE9861-CC76-AD3E-EEBC-A5258B57A29E}"/>
                </a:ext>
              </a:extLst>
            </p:cNvPr>
            <p:cNvSpPr/>
            <p:nvPr/>
          </p:nvSpPr>
          <p:spPr>
            <a:xfrm>
              <a:off x="6876577" y="1461516"/>
              <a:ext cx="505399" cy="3609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215C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800" dirty="0">
                  <a:solidFill>
                    <a:sysClr val="windowText" lastClr="000000"/>
                  </a:solidFill>
                </a:rPr>
                <a:t>鈴木</a:t>
              </a:r>
              <a:endParaRPr kumimoji="1" lang="ja-JP" altLang="en-US" sz="8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8" name="正方形/長方形 97">
              <a:extLst>
                <a:ext uri="{FF2B5EF4-FFF2-40B4-BE49-F238E27FC236}">
                  <a16:creationId xmlns:a16="http://schemas.microsoft.com/office/drawing/2014/main" id="{9F45AE76-A753-559A-382B-5BCB3041736F}"/>
                </a:ext>
              </a:extLst>
            </p:cNvPr>
            <p:cNvSpPr/>
            <p:nvPr/>
          </p:nvSpPr>
          <p:spPr>
            <a:xfrm>
              <a:off x="7436564" y="1461516"/>
              <a:ext cx="505399" cy="3609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215C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800" dirty="0">
                  <a:solidFill>
                    <a:sysClr val="windowText" lastClr="000000"/>
                  </a:solidFill>
                </a:rPr>
                <a:t>菊池</a:t>
              </a:r>
            </a:p>
          </p:txBody>
        </p:sp>
        <p:sp>
          <p:nvSpPr>
            <p:cNvPr id="100" name="正方形/長方形 99">
              <a:extLst>
                <a:ext uri="{FF2B5EF4-FFF2-40B4-BE49-F238E27FC236}">
                  <a16:creationId xmlns:a16="http://schemas.microsoft.com/office/drawing/2014/main" id="{72C80280-021C-62CB-B34C-F4974EE5C49C}"/>
                </a:ext>
              </a:extLst>
            </p:cNvPr>
            <p:cNvSpPr/>
            <p:nvPr/>
          </p:nvSpPr>
          <p:spPr>
            <a:xfrm>
              <a:off x="7996551" y="1461516"/>
              <a:ext cx="505399" cy="3609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215C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800" dirty="0">
                  <a:solidFill>
                    <a:sysClr val="windowText" lastClr="000000"/>
                  </a:solidFill>
                </a:rPr>
                <a:t>清原</a:t>
              </a:r>
              <a:endParaRPr kumimoji="1" lang="ja-JP" altLang="en-US" sz="8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1" name="正方形/長方形 100">
              <a:extLst>
                <a:ext uri="{FF2B5EF4-FFF2-40B4-BE49-F238E27FC236}">
                  <a16:creationId xmlns:a16="http://schemas.microsoft.com/office/drawing/2014/main" id="{BC3868D4-2E95-9C27-CAB1-CB59208B18FE}"/>
                </a:ext>
              </a:extLst>
            </p:cNvPr>
            <p:cNvSpPr/>
            <p:nvPr/>
          </p:nvSpPr>
          <p:spPr>
            <a:xfrm>
              <a:off x="8556532" y="1461516"/>
              <a:ext cx="505399" cy="3609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215C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800" dirty="0">
                  <a:solidFill>
                    <a:sysClr val="windowText" lastClr="000000"/>
                  </a:solidFill>
                </a:rPr>
                <a:t>中田</a:t>
              </a:r>
            </a:p>
          </p:txBody>
        </p:sp>
        <p:sp>
          <p:nvSpPr>
            <p:cNvPr id="102" name="正方形/長方形 101">
              <a:extLst>
                <a:ext uri="{FF2B5EF4-FFF2-40B4-BE49-F238E27FC236}">
                  <a16:creationId xmlns:a16="http://schemas.microsoft.com/office/drawing/2014/main" id="{0DE88AF0-204D-D437-D1E9-1702520D5C23}"/>
                </a:ext>
              </a:extLst>
            </p:cNvPr>
            <p:cNvSpPr/>
            <p:nvPr/>
          </p:nvSpPr>
          <p:spPr>
            <a:xfrm>
              <a:off x="9115993" y="1461516"/>
              <a:ext cx="505399" cy="3609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215C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800" dirty="0">
                  <a:solidFill>
                    <a:sysClr val="windowText" lastClr="000000"/>
                  </a:solidFill>
                </a:rPr>
                <a:t>西田妻</a:t>
              </a:r>
            </a:p>
          </p:txBody>
        </p:sp>
        <p:sp>
          <p:nvSpPr>
            <p:cNvPr id="113" name="正方形/長方形 112">
              <a:extLst>
                <a:ext uri="{FF2B5EF4-FFF2-40B4-BE49-F238E27FC236}">
                  <a16:creationId xmlns:a16="http://schemas.microsoft.com/office/drawing/2014/main" id="{73325423-5C24-7B8F-1690-E1DBFF620FF4}"/>
                </a:ext>
              </a:extLst>
            </p:cNvPr>
            <p:cNvSpPr/>
            <p:nvPr/>
          </p:nvSpPr>
          <p:spPr>
            <a:xfrm>
              <a:off x="9676217" y="1461516"/>
              <a:ext cx="505399" cy="3609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215C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800" dirty="0">
                  <a:solidFill>
                    <a:sysClr val="windowText" lastClr="000000"/>
                  </a:solidFill>
                </a:rPr>
                <a:t>中山</a:t>
              </a:r>
              <a:r>
                <a:rPr kumimoji="1" lang="ja-JP" altLang="en-US" sz="800" dirty="0">
                  <a:solidFill>
                    <a:sysClr val="windowText" lastClr="000000"/>
                  </a:solidFill>
                </a:rPr>
                <a:t>妻</a:t>
              </a:r>
            </a:p>
          </p:txBody>
        </p:sp>
        <p:sp>
          <p:nvSpPr>
            <p:cNvPr id="114" name="正方形/長方形 113">
              <a:extLst>
                <a:ext uri="{FF2B5EF4-FFF2-40B4-BE49-F238E27FC236}">
                  <a16:creationId xmlns:a16="http://schemas.microsoft.com/office/drawing/2014/main" id="{D999FAF1-2FC4-6D97-31DE-C074A611EC62}"/>
                </a:ext>
              </a:extLst>
            </p:cNvPr>
            <p:cNvSpPr/>
            <p:nvPr/>
          </p:nvSpPr>
          <p:spPr>
            <a:xfrm>
              <a:off x="10235678" y="1461516"/>
              <a:ext cx="505399" cy="3609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215C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800" dirty="0">
                  <a:solidFill>
                    <a:sysClr val="windowText" lastClr="000000"/>
                  </a:solidFill>
                </a:rPr>
                <a:t>和田妻</a:t>
              </a:r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78C51572-DD78-C38F-CFE1-F505F2A77273}"/>
                </a:ext>
              </a:extLst>
            </p:cNvPr>
            <p:cNvSpPr/>
            <p:nvPr/>
          </p:nvSpPr>
          <p:spPr>
            <a:xfrm>
              <a:off x="10800556" y="1461516"/>
              <a:ext cx="539484" cy="3609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215C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800" dirty="0">
                  <a:solidFill>
                    <a:sysClr val="windowText" lastClr="000000"/>
                  </a:solidFill>
                </a:rPr>
                <a:t>近澤</a:t>
              </a:r>
              <a:endParaRPr kumimoji="1" lang="ja-JP" altLang="en-US" sz="800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15" name="正方形/長方形 114">
            <a:extLst>
              <a:ext uri="{FF2B5EF4-FFF2-40B4-BE49-F238E27FC236}">
                <a16:creationId xmlns:a16="http://schemas.microsoft.com/office/drawing/2014/main" id="{2EE582F3-079F-84DE-F7A2-624DFB074973}"/>
              </a:ext>
            </a:extLst>
          </p:cNvPr>
          <p:cNvSpPr/>
          <p:nvPr/>
        </p:nvSpPr>
        <p:spPr>
          <a:xfrm>
            <a:off x="2034022" y="3047802"/>
            <a:ext cx="1600875" cy="885246"/>
          </a:xfrm>
          <a:prstGeom prst="rect">
            <a:avLst/>
          </a:prstGeom>
          <a:solidFill>
            <a:schemeClr val="accent5">
              <a:lumMod val="75000"/>
            </a:schemeClr>
          </a:solidFill>
          <a:ln w="6350">
            <a:solidFill>
              <a:srgbClr val="215C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algn="ctr">
              <a:defRPr/>
            </a:pPr>
            <a:r>
              <a:rPr lang="en-US" altLang="ja-JP" sz="1200" dirty="0">
                <a:solidFill>
                  <a:prstClr val="white"/>
                </a:solidFill>
              </a:rPr>
              <a:t>N’s</a:t>
            </a:r>
            <a:r>
              <a:rPr lang="ja-JP" altLang="en-US" sz="1200" dirty="0">
                <a:solidFill>
                  <a:prstClr val="white"/>
                </a:solidFill>
              </a:rPr>
              <a:t>株式会社</a:t>
            </a:r>
            <a:endParaRPr lang="en-US" altLang="ja-JP" sz="1200" dirty="0">
              <a:solidFill>
                <a:prstClr val="white"/>
              </a:solidFill>
            </a:endParaRPr>
          </a:p>
          <a:p>
            <a:pPr lvl="0" algn="ctr">
              <a:defRPr/>
            </a:pPr>
            <a:r>
              <a:rPr lang="ja-JP" altLang="en-US" sz="1050" dirty="0">
                <a:solidFill>
                  <a:prstClr val="white"/>
                </a:solidFill>
              </a:rPr>
              <a:t>（</a:t>
            </a:r>
            <a:r>
              <a:rPr lang="en-US" altLang="ja-JP" sz="1050" dirty="0">
                <a:solidFill>
                  <a:prstClr val="white"/>
                </a:solidFill>
              </a:rPr>
              <a:t>IMS</a:t>
            </a:r>
            <a:r>
              <a:rPr lang="ja-JP" altLang="en-US" sz="1050" dirty="0">
                <a:solidFill>
                  <a:prstClr val="white"/>
                </a:solidFill>
              </a:rPr>
              <a:t>資本</a:t>
            </a:r>
            <a:r>
              <a:rPr lang="en-US" altLang="ja-JP" sz="1050" dirty="0">
                <a:solidFill>
                  <a:prstClr val="white"/>
                </a:solidFill>
              </a:rPr>
              <a:t>100%</a:t>
            </a:r>
            <a:r>
              <a:rPr lang="ja-JP" altLang="en-US" sz="1050" dirty="0">
                <a:solidFill>
                  <a:prstClr val="white"/>
                </a:solidFill>
              </a:rPr>
              <a:t>）</a:t>
            </a:r>
          </a:p>
        </p:txBody>
      </p:sp>
      <p:sp>
        <p:nvSpPr>
          <p:cNvPr id="121" name="正方形/長方形 120">
            <a:extLst>
              <a:ext uri="{FF2B5EF4-FFF2-40B4-BE49-F238E27FC236}">
                <a16:creationId xmlns:a16="http://schemas.microsoft.com/office/drawing/2014/main" id="{E1C47CA3-AB51-10D3-EF90-5477DD06B293}"/>
              </a:ext>
            </a:extLst>
          </p:cNvPr>
          <p:cNvSpPr/>
          <p:nvPr/>
        </p:nvSpPr>
        <p:spPr>
          <a:xfrm>
            <a:off x="2400013" y="3538423"/>
            <a:ext cx="405322" cy="36094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215C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" dirty="0">
                <a:solidFill>
                  <a:sysClr val="windowText" lastClr="000000"/>
                </a:solidFill>
              </a:rPr>
              <a:t>代取</a:t>
            </a:r>
            <a:endParaRPr kumimoji="1" lang="en-US" altLang="ja-JP" sz="600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sz="600" dirty="0">
                <a:solidFill>
                  <a:sysClr val="windowText" lastClr="000000"/>
                </a:solidFill>
              </a:rPr>
              <a:t>西田</a:t>
            </a:r>
            <a:endParaRPr kumimoji="1" lang="ja-JP" altLang="en-US" sz="600" dirty="0">
              <a:solidFill>
                <a:sysClr val="windowText" lastClr="000000"/>
              </a:solidFill>
            </a:endParaRPr>
          </a:p>
        </p:txBody>
      </p:sp>
      <p:sp>
        <p:nvSpPr>
          <p:cNvPr id="122" name="正方形/長方形 121">
            <a:extLst>
              <a:ext uri="{FF2B5EF4-FFF2-40B4-BE49-F238E27FC236}">
                <a16:creationId xmlns:a16="http://schemas.microsoft.com/office/drawing/2014/main" id="{40493978-BAE4-1D62-998C-BD50FCB7BB5E}"/>
              </a:ext>
            </a:extLst>
          </p:cNvPr>
          <p:cNvSpPr/>
          <p:nvPr/>
        </p:nvSpPr>
        <p:spPr>
          <a:xfrm>
            <a:off x="2849114" y="3538423"/>
            <a:ext cx="405322" cy="36094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215C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" dirty="0">
                <a:solidFill>
                  <a:sysClr val="windowText" lastClr="000000"/>
                </a:solidFill>
              </a:rPr>
              <a:t>取締</a:t>
            </a:r>
            <a:endParaRPr kumimoji="1" lang="en-US" altLang="ja-JP" sz="600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sz="600" dirty="0">
                <a:solidFill>
                  <a:sysClr val="windowText" lastClr="000000"/>
                </a:solidFill>
              </a:rPr>
              <a:t>中山</a:t>
            </a:r>
            <a:endParaRPr kumimoji="1" lang="ja-JP" altLang="en-US" sz="600" dirty="0">
              <a:solidFill>
                <a:sysClr val="windowText" lastClr="000000"/>
              </a:solidFill>
            </a:endParaRPr>
          </a:p>
        </p:txBody>
      </p:sp>
      <p:sp>
        <p:nvSpPr>
          <p:cNvPr id="135" name="四角形: 角を丸くする 134">
            <a:extLst>
              <a:ext uri="{FF2B5EF4-FFF2-40B4-BE49-F238E27FC236}">
                <a16:creationId xmlns:a16="http://schemas.microsoft.com/office/drawing/2014/main" id="{659AEE1D-7BC5-D797-4008-0D7C4C860143}"/>
              </a:ext>
            </a:extLst>
          </p:cNvPr>
          <p:cNvSpPr/>
          <p:nvPr/>
        </p:nvSpPr>
        <p:spPr>
          <a:xfrm>
            <a:off x="3459779" y="3063667"/>
            <a:ext cx="151952" cy="43965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ja-JP" altLang="en-US" sz="700" dirty="0">
                <a:solidFill>
                  <a:sysClr val="windowText" lastClr="000000"/>
                </a:solidFill>
              </a:rPr>
              <a:t>役報</a:t>
            </a:r>
            <a:r>
              <a:rPr kumimoji="1" lang="ja-JP" altLang="en-US" sz="700" dirty="0">
                <a:solidFill>
                  <a:sysClr val="windowText" lastClr="000000"/>
                </a:solidFill>
              </a:rPr>
              <a:t>無</a:t>
            </a:r>
          </a:p>
        </p:txBody>
      </p:sp>
      <p:sp>
        <p:nvSpPr>
          <p:cNvPr id="127" name="正方形/長方形 126">
            <a:extLst>
              <a:ext uri="{FF2B5EF4-FFF2-40B4-BE49-F238E27FC236}">
                <a16:creationId xmlns:a16="http://schemas.microsoft.com/office/drawing/2014/main" id="{EFF6271D-6AB3-EF1E-98AB-62422E4894C9}"/>
              </a:ext>
            </a:extLst>
          </p:cNvPr>
          <p:cNvSpPr/>
          <p:nvPr/>
        </p:nvSpPr>
        <p:spPr>
          <a:xfrm>
            <a:off x="3678676" y="3047802"/>
            <a:ext cx="1600875" cy="885246"/>
          </a:xfrm>
          <a:prstGeom prst="rect">
            <a:avLst/>
          </a:prstGeom>
          <a:solidFill>
            <a:schemeClr val="accent5">
              <a:lumMod val="75000"/>
            </a:schemeClr>
          </a:solidFill>
          <a:ln w="6350">
            <a:solidFill>
              <a:srgbClr val="215C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algn="ctr">
              <a:defRPr/>
            </a:pPr>
            <a:r>
              <a:rPr lang="en-US" altLang="ja-JP" sz="1200" dirty="0" err="1">
                <a:solidFill>
                  <a:prstClr val="white"/>
                </a:solidFill>
              </a:rPr>
              <a:t>Winrate</a:t>
            </a:r>
            <a:r>
              <a:rPr lang="ja-JP" altLang="en-US" sz="1200" dirty="0">
                <a:solidFill>
                  <a:prstClr val="white"/>
                </a:solidFill>
              </a:rPr>
              <a:t>株式会社</a:t>
            </a:r>
          </a:p>
          <a:p>
            <a:pPr lvl="0" algn="ctr">
              <a:defRPr/>
            </a:pPr>
            <a:r>
              <a:rPr lang="ja-JP" altLang="en-US" sz="1050" dirty="0">
                <a:solidFill>
                  <a:prstClr val="white"/>
                </a:solidFill>
              </a:rPr>
              <a:t>（</a:t>
            </a:r>
            <a:r>
              <a:rPr lang="en-US" altLang="ja-JP" sz="1050" dirty="0">
                <a:solidFill>
                  <a:prstClr val="white"/>
                </a:solidFill>
              </a:rPr>
              <a:t>IMS</a:t>
            </a:r>
            <a:r>
              <a:rPr lang="ja-JP" altLang="en-US" sz="1050" dirty="0">
                <a:solidFill>
                  <a:prstClr val="white"/>
                </a:solidFill>
              </a:rPr>
              <a:t>資本</a:t>
            </a:r>
            <a:r>
              <a:rPr lang="en-US" altLang="ja-JP" sz="1050" dirty="0">
                <a:solidFill>
                  <a:prstClr val="white"/>
                </a:solidFill>
              </a:rPr>
              <a:t>100%</a:t>
            </a:r>
            <a:r>
              <a:rPr lang="ja-JP" altLang="en-US" sz="1050" dirty="0">
                <a:solidFill>
                  <a:prstClr val="white"/>
                </a:solidFill>
              </a:rPr>
              <a:t>）</a:t>
            </a:r>
          </a:p>
        </p:txBody>
      </p:sp>
      <p:sp>
        <p:nvSpPr>
          <p:cNvPr id="128" name="正方形/長方形 127">
            <a:extLst>
              <a:ext uri="{FF2B5EF4-FFF2-40B4-BE49-F238E27FC236}">
                <a16:creationId xmlns:a16="http://schemas.microsoft.com/office/drawing/2014/main" id="{B7AF4A91-ACBF-6B83-3BE5-67A98EC9176D}"/>
              </a:ext>
            </a:extLst>
          </p:cNvPr>
          <p:cNvSpPr/>
          <p:nvPr/>
        </p:nvSpPr>
        <p:spPr>
          <a:xfrm>
            <a:off x="4094503" y="3538423"/>
            <a:ext cx="353835" cy="36094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215C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" dirty="0">
                <a:solidFill>
                  <a:sysClr val="windowText" lastClr="000000"/>
                </a:solidFill>
              </a:rPr>
              <a:t>代取</a:t>
            </a:r>
            <a:endParaRPr kumimoji="1" lang="en-US" altLang="ja-JP" sz="600" dirty="0">
              <a:solidFill>
                <a:sysClr val="windowText" lastClr="000000"/>
              </a:solidFill>
            </a:endParaRPr>
          </a:p>
          <a:p>
            <a:pPr algn="ctr"/>
            <a:r>
              <a:rPr kumimoji="1" lang="ja-JP" altLang="en-US" sz="600" dirty="0">
                <a:solidFill>
                  <a:sysClr val="windowText" lastClr="000000"/>
                </a:solidFill>
              </a:rPr>
              <a:t>中山</a:t>
            </a:r>
          </a:p>
        </p:txBody>
      </p:sp>
      <p:sp>
        <p:nvSpPr>
          <p:cNvPr id="136" name="四角形: 角を丸くする 135">
            <a:extLst>
              <a:ext uri="{FF2B5EF4-FFF2-40B4-BE49-F238E27FC236}">
                <a16:creationId xmlns:a16="http://schemas.microsoft.com/office/drawing/2014/main" id="{D8E26253-AACC-C751-ABC7-7627D8D460A2}"/>
              </a:ext>
            </a:extLst>
          </p:cNvPr>
          <p:cNvSpPr/>
          <p:nvPr/>
        </p:nvSpPr>
        <p:spPr>
          <a:xfrm>
            <a:off x="5108043" y="3063667"/>
            <a:ext cx="151952" cy="43965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ja-JP" altLang="en-US" sz="700" dirty="0">
                <a:solidFill>
                  <a:sysClr val="windowText" lastClr="000000"/>
                </a:solidFill>
              </a:rPr>
              <a:t>役報</a:t>
            </a:r>
            <a:r>
              <a:rPr kumimoji="1" lang="ja-JP" altLang="en-US" sz="700" dirty="0">
                <a:solidFill>
                  <a:sysClr val="windowText" lastClr="000000"/>
                </a:solidFill>
              </a:rPr>
              <a:t>無</a:t>
            </a:r>
          </a:p>
        </p:txBody>
      </p:sp>
      <p:sp>
        <p:nvSpPr>
          <p:cNvPr id="139" name="正方形/長方形 138">
            <a:extLst>
              <a:ext uri="{FF2B5EF4-FFF2-40B4-BE49-F238E27FC236}">
                <a16:creationId xmlns:a16="http://schemas.microsoft.com/office/drawing/2014/main" id="{F4884897-A783-18D8-04F0-1E80681BD24C}"/>
              </a:ext>
            </a:extLst>
          </p:cNvPr>
          <p:cNvSpPr/>
          <p:nvPr/>
        </p:nvSpPr>
        <p:spPr>
          <a:xfrm>
            <a:off x="5329249" y="3047802"/>
            <a:ext cx="1600875" cy="885246"/>
          </a:xfrm>
          <a:prstGeom prst="rect">
            <a:avLst/>
          </a:prstGeom>
          <a:solidFill>
            <a:schemeClr val="accent5">
              <a:lumMod val="75000"/>
            </a:schemeClr>
          </a:solidFill>
          <a:ln w="6350">
            <a:solidFill>
              <a:srgbClr val="215C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algn="ctr">
              <a:defRPr/>
            </a:pPr>
            <a:r>
              <a:rPr lang="ja-JP" altLang="en-US" sz="1200" dirty="0">
                <a:solidFill>
                  <a:prstClr val="white"/>
                </a:solidFill>
              </a:rPr>
              <a:t>近澤株式会社</a:t>
            </a:r>
          </a:p>
          <a:p>
            <a:pPr lvl="0" algn="ctr">
              <a:defRPr/>
            </a:pPr>
            <a:r>
              <a:rPr lang="ja-JP" altLang="en-US" sz="1050" dirty="0">
                <a:solidFill>
                  <a:prstClr val="white"/>
                </a:solidFill>
              </a:rPr>
              <a:t>（</a:t>
            </a:r>
            <a:r>
              <a:rPr lang="en-US" altLang="ja-JP" sz="1050" dirty="0">
                <a:solidFill>
                  <a:prstClr val="white"/>
                </a:solidFill>
              </a:rPr>
              <a:t>IMS</a:t>
            </a:r>
            <a:r>
              <a:rPr lang="ja-JP" altLang="en-US" sz="1050" dirty="0">
                <a:solidFill>
                  <a:prstClr val="white"/>
                </a:solidFill>
              </a:rPr>
              <a:t>資本</a:t>
            </a:r>
            <a:r>
              <a:rPr lang="en-US" altLang="ja-JP" sz="1050" dirty="0">
                <a:solidFill>
                  <a:prstClr val="white"/>
                </a:solidFill>
              </a:rPr>
              <a:t>100%</a:t>
            </a:r>
            <a:r>
              <a:rPr lang="ja-JP" altLang="en-US" sz="1050" dirty="0">
                <a:solidFill>
                  <a:prstClr val="white"/>
                </a:solidFill>
              </a:rPr>
              <a:t>）</a:t>
            </a:r>
          </a:p>
        </p:txBody>
      </p:sp>
      <p:sp>
        <p:nvSpPr>
          <p:cNvPr id="140" name="正方形/長方形 139">
            <a:extLst>
              <a:ext uri="{FF2B5EF4-FFF2-40B4-BE49-F238E27FC236}">
                <a16:creationId xmlns:a16="http://schemas.microsoft.com/office/drawing/2014/main" id="{2BC9A1CF-BF2A-A001-5F3B-128D6D5987F6}"/>
              </a:ext>
            </a:extLst>
          </p:cNvPr>
          <p:cNvSpPr/>
          <p:nvPr/>
        </p:nvSpPr>
        <p:spPr>
          <a:xfrm>
            <a:off x="5664888" y="3538423"/>
            <a:ext cx="405322" cy="36094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215C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" dirty="0">
                <a:solidFill>
                  <a:sysClr val="windowText" lastClr="000000"/>
                </a:solidFill>
              </a:rPr>
              <a:t>代取</a:t>
            </a:r>
            <a:endParaRPr kumimoji="1" lang="en-US" altLang="ja-JP" sz="600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sz="600" dirty="0">
                <a:solidFill>
                  <a:sysClr val="windowText" lastClr="000000"/>
                </a:solidFill>
              </a:rPr>
              <a:t>近澤</a:t>
            </a:r>
            <a:endParaRPr kumimoji="1" lang="ja-JP" altLang="en-US" sz="600" dirty="0">
              <a:solidFill>
                <a:sysClr val="windowText" lastClr="000000"/>
              </a:solidFill>
            </a:endParaRPr>
          </a:p>
        </p:txBody>
      </p:sp>
      <p:sp>
        <p:nvSpPr>
          <p:cNvPr id="141" name="正方形/長方形 140">
            <a:extLst>
              <a:ext uri="{FF2B5EF4-FFF2-40B4-BE49-F238E27FC236}">
                <a16:creationId xmlns:a16="http://schemas.microsoft.com/office/drawing/2014/main" id="{A63B0F09-0158-08B0-1568-A3F8953AA101}"/>
              </a:ext>
            </a:extLst>
          </p:cNvPr>
          <p:cNvSpPr/>
          <p:nvPr/>
        </p:nvSpPr>
        <p:spPr>
          <a:xfrm>
            <a:off x="6113989" y="3538423"/>
            <a:ext cx="405322" cy="36094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215C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00" dirty="0">
                <a:solidFill>
                  <a:sysClr val="windowText" lastClr="000000"/>
                </a:solidFill>
              </a:rPr>
              <a:t>取締</a:t>
            </a:r>
            <a:endParaRPr lang="en-US" altLang="ja-JP" sz="600" dirty="0">
              <a:solidFill>
                <a:sysClr val="windowText" lastClr="000000"/>
              </a:solidFill>
            </a:endParaRPr>
          </a:p>
          <a:p>
            <a:pPr algn="ctr"/>
            <a:r>
              <a:rPr kumimoji="1" lang="ja-JP" altLang="en-US" sz="600" dirty="0">
                <a:solidFill>
                  <a:sysClr val="windowText" lastClr="000000"/>
                </a:solidFill>
              </a:rPr>
              <a:t>西田</a:t>
            </a:r>
          </a:p>
        </p:txBody>
      </p:sp>
      <p:sp>
        <p:nvSpPr>
          <p:cNvPr id="144" name="四角形: 角を丸くする 143">
            <a:extLst>
              <a:ext uri="{FF2B5EF4-FFF2-40B4-BE49-F238E27FC236}">
                <a16:creationId xmlns:a16="http://schemas.microsoft.com/office/drawing/2014/main" id="{174544A8-9646-83CB-0B1C-42FBE5266560}"/>
              </a:ext>
            </a:extLst>
          </p:cNvPr>
          <p:cNvSpPr/>
          <p:nvPr/>
        </p:nvSpPr>
        <p:spPr>
          <a:xfrm>
            <a:off x="6758616" y="3063667"/>
            <a:ext cx="151952" cy="43965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ja-JP" altLang="en-US" sz="700" dirty="0">
                <a:solidFill>
                  <a:sysClr val="windowText" lastClr="000000"/>
                </a:solidFill>
              </a:rPr>
              <a:t>役報</a:t>
            </a:r>
            <a:r>
              <a:rPr kumimoji="1" lang="ja-JP" altLang="en-US" sz="700" dirty="0">
                <a:solidFill>
                  <a:sysClr val="windowText" lastClr="000000"/>
                </a:solidFill>
              </a:rPr>
              <a:t>無</a:t>
            </a:r>
          </a:p>
        </p:txBody>
      </p:sp>
      <p:sp>
        <p:nvSpPr>
          <p:cNvPr id="152" name="正方形/長方形 151">
            <a:extLst>
              <a:ext uri="{FF2B5EF4-FFF2-40B4-BE49-F238E27FC236}">
                <a16:creationId xmlns:a16="http://schemas.microsoft.com/office/drawing/2014/main" id="{9D6D97B6-F48D-7602-D916-C408CF710702}"/>
              </a:ext>
            </a:extLst>
          </p:cNvPr>
          <p:cNvSpPr/>
          <p:nvPr/>
        </p:nvSpPr>
        <p:spPr>
          <a:xfrm>
            <a:off x="6979822" y="3047802"/>
            <a:ext cx="1600875" cy="885246"/>
          </a:xfrm>
          <a:prstGeom prst="rect">
            <a:avLst/>
          </a:prstGeom>
          <a:solidFill>
            <a:schemeClr val="accent5">
              <a:lumMod val="75000"/>
            </a:schemeClr>
          </a:solidFill>
          <a:ln w="6350">
            <a:solidFill>
              <a:srgbClr val="215C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algn="ctr">
              <a:defRPr/>
            </a:pPr>
            <a:r>
              <a:rPr lang="ja-JP" altLang="en-US" sz="1200" dirty="0">
                <a:solidFill>
                  <a:prstClr val="white"/>
                </a:solidFill>
              </a:rPr>
              <a:t>等々力株式会社</a:t>
            </a:r>
          </a:p>
          <a:p>
            <a:pPr lvl="0" algn="ctr">
              <a:defRPr/>
            </a:pPr>
            <a:r>
              <a:rPr lang="ja-JP" altLang="en-US" sz="1050" dirty="0">
                <a:solidFill>
                  <a:prstClr val="white"/>
                </a:solidFill>
              </a:rPr>
              <a:t>（</a:t>
            </a:r>
            <a:r>
              <a:rPr lang="en-US" altLang="ja-JP" sz="1050" dirty="0">
                <a:solidFill>
                  <a:prstClr val="white"/>
                </a:solidFill>
              </a:rPr>
              <a:t>IMS</a:t>
            </a:r>
            <a:r>
              <a:rPr lang="ja-JP" altLang="en-US" sz="1050" dirty="0">
                <a:solidFill>
                  <a:prstClr val="white"/>
                </a:solidFill>
              </a:rPr>
              <a:t>資本</a:t>
            </a:r>
            <a:r>
              <a:rPr lang="en-US" altLang="ja-JP" sz="1050" dirty="0">
                <a:solidFill>
                  <a:prstClr val="white"/>
                </a:solidFill>
              </a:rPr>
              <a:t>30%</a:t>
            </a:r>
            <a:r>
              <a:rPr lang="ja-JP" altLang="en-US" sz="1050" dirty="0">
                <a:solidFill>
                  <a:prstClr val="white"/>
                </a:solidFill>
              </a:rPr>
              <a:t>）</a:t>
            </a:r>
          </a:p>
        </p:txBody>
      </p:sp>
      <p:sp>
        <p:nvSpPr>
          <p:cNvPr id="153" name="正方形/長方形 152">
            <a:extLst>
              <a:ext uri="{FF2B5EF4-FFF2-40B4-BE49-F238E27FC236}">
                <a16:creationId xmlns:a16="http://schemas.microsoft.com/office/drawing/2014/main" id="{E5A72234-9061-98F8-66FC-B27361E3C1A3}"/>
              </a:ext>
            </a:extLst>
          </p:cNvPr>
          <p:cNvSpPr/>
          <p:nvPr/>
        </p:nvSpPr>
        <p:spPr>
          <a:xfrm>
            <a:off x="7315461" y="3538423"/>
            <a:ext cx="405322" cy="36094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215C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" dirty="0">
                <a:solidFill>
                  <a:sysClr val="windowText" lastClr="000000"/>
                </a:solidFill>
              </a:rPr>
              <a:t>代取</a:t>
            </a:r>
            <a:endParaRPr kumimoji="1" lang="en-US" altLang="ja-JP" sz="600" dirty="0">
              <a:solidFill>
                <a:sysClr val="windowText" lastClr="000000"/>
              </a:solidFill>
            </a:endParaRPr>
          </a:p>
          <a:p>
            <a:pPr algn="ctr"/>
            <a:r>
              <a:rPr kumimoji="1" lang="ja-JP" altLang="en-US" sz="500" dirty="0">
                <a:solidFill>
                  <a:sysClr val="windowText" lastClr="000000"/>
                </a:solidFill>
              </a:rPr>
              <a:t>等々力</a:t>
            </a:r>
            <a:endParaRPr kumimoji="1" lang="ja-JP" altLang="en-US" sz="400" dirty="0">
              <a:solidFill>
                <a:sysClr val="windowText" lastClr="000000"/>
              </a:solidFill>
            </a:endParaRPr>
          </a:p>
        </p:txBody>
      </p:sp>
      <p:sp>
        <p:nvSpPr>
          <p:cNvPr id="154" name="正方形/長方形 153">
            <a:extLst>
              <a:ext uri="{FF2B5EF4-FFF2-40B4-BE49-F238E27FC236}">
                <a16:creationId xmlns:a16="http://schemas.microsoft.com/office/drawing/2014/main" id="{A272DA79-A76D-71A3-B33F-9D4E2E5629E4}"/>
              </a:ext>
            </a:extLst>
          </p:cNvPr>
          <p:cNvSpPr/>
          <p:nvPr/>
        </p:nvSpPr>
        <p:spPr>
          <a:xfrm>
            <a:off x="7764562" y="3538423"/>
            <a:ext cx="405322" cy="36094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215C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00" dirty="0">
                <a:solidFill>
                  <a:sysClr val="windowText" lastClr="000000"/>
                </a:solidFill>
              </a:rPr>
              <a:t>取締</a:t>
            </a:r>
            <a:endParaRPr lang="en-US" altLang="ja-JP" sz="600" dirty="0">
              <a:solidFill>
                <a:sysClr val="windowText" lastClr="000000"/>
              </a:solidFill>
            </a:endParaRPr>
          </a:p>
          <a:p>
            <a:pPr algn="ctr"/>
            <a:r>
              <a:rPr kumimoji="1" lang="ja-JP" altLang="en-US" sz="600" dirty="0">
                <a:solidFill>
                  <a:sysClr val="windowText" lastClr="000000"/>
                </a:solidFill>
              </a:rPr>
              <a:t>西田</a:t>
            </a:r>
          </a:p>
        </p:txBody>
      </p:sp>
      <p:sp>
        <p:nvSpPr>
          <p:cNvPr id="155" name="四角形: 角を丸くする 154">
            <a:extLst>
              <a:ext uri="{FF2B5EF4-FFF2-40B4-BE49-F238E27FC236}">
                <a16:creationId xmlns:a16="http://schemas.microsoft.com/office/drawing/2014/main" id="{D4561016-C51D-2E01-D354-225BA404ACBE}"/>
              </a:ext>
            </a:extLst>
          </p:cNvPr>
          <p:cNvSpPr/>
          <p:nvPr/>
        </p:nvSpPr>
        <p:spPr>
          <a:xfrm>
            <a:off x="8409189" y="3063667"/>
            <a:ext cx="151952" cy="43965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ja-JP" altLang="en-US" sz="700" dirty="0">
                <a:solidFill>
                  <a:sysClr val="windowText" lastClr="000000"/>
                </a:solidFill>
              </a:rPr>
              <a:t>役報有</a:t>
            </a:r>
            <a:endParaRPr kumimoji="1" lang="ja-JP" altLang="en-US" sz="700" dirty="0">
              <a:solidFill>
                <a:sysClr val="windowText" lastClr="000000"/>
              </a:solidFill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1411BAD-98CB-F123-6F8A-802E2578F213}"/>
              </a:ext>
            </a:extLst>
          </p:cNvPr>
          <p:cNvSpPr/>
          <p:nvPr/>
        </p:nvSpPr>
        <p:spPr>
          <a:xfrm>
            <a:off x="5343834" y="3065439"/>
            <a:ext cx="93180" cy="36094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600" dirty="0">
                <a:solidFill>
                  <a:sysClr val="windowText" lastClr="000000"/>
                </a:solidFill>
              </a:rPr>
              <a:t>未設立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52F65CE-A644-02A3-E104-BF665F0B9C52}"/>
              </a:ext>
            </a:extLst>
          </p:cNvPr>
          <p:cNvSpPr/>
          <p:nvPr/>
        </p:nvSpPr>
        <p:spPr>
          <a:xfrm>
            <a:off x="6992930" y="3065439"/>
            <a:ext cx="93180" cy="36094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600" dirty="0">
                <a:solidFill>
                  <a:sysClr val="windowText" lastClr="000000"/>
                </a:solidFill>
              </a:rPr>
              <a:t>未設立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7287432-F4E4-74B6-5F37-D3297EF4B178}"/>
              </a:ext>
            </a:extLst>
          </p:cNvPr>
          <p:cNvSpPr/>
          <p:nvPr/>
        </p:nvSpPr>
        <p:spPr>
          <a:xfrm>
            <a:off x="3697291" y="3065439"/>
            <a:ext cx="93180" cy="36094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600" dirty="0">
                <a:solidFill>
                  <a:sysClr val="windowText" lastClr="000000"/>
                </a:solidFill>
              </a:rPr>
              <a:t>設立中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D07EA38-3E31-9FC9-C8A4-50F79BA545F8}"/>
              </a:ext>
            </a:extLst>
          </p:cNvPr>
          <p:cNvSpPr/>
          <p:nvPr/>
        </p:nvSpPr>
        <p:spPr>
          <a:xfrm>
            <a:off x="4498036" y="3538423"/>
            <a:ext cx="405322" cy="36094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215C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" dirty="0">
                <a:solidFill>
                  <a:sysClr val="windowText" lastClr="000000"/>
                </a:solidFill>
              </a:rPr>
              <a:t>取締</a:t>
            </a:r>
            <a:endParaRPr kumimoji="1" lang="en-US" altLang="ja-JP" sz="600" dirty="0">
              <a:solidFill>
                <a:sysClr val="windowText" lastClr="000000"/>
              </a:solidFill>
            </a:endParaRPr>
          </a:p>
          <a:p>
            <a:pPr algn="ctr"/>
            <a:r>
              <a:rPr kumimoji="1" lang="ja-JP" altLang="en-US" sz="600" dirty="0">
                <a:solidFill>
                  <a:sysClr val="windowText" lastClr="000000"/>
                </a:solidFill>
              </a:rPr>
              <a:t>髙橋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B60DF4BB-78E0-9D60-38BD-4EB893F1516E}"/>
              </a:ext>
            </a:extLst>
          </p:cNvPr>
          <p:cNvSpPr/>
          <p:nvPr/>
        </p:nvSpPr>
        <p:spPr>
          <a:xfrm>
            <a:off x="8630791" y="3047802"/>
            <a:ext cx="1600875" cy="885246"/>
          </a:xfrm>
          <a:prstGeom prst="rect">
            <a:avLst/>
          </a:prstGeom>
          <a:solidFill>
            <a:schemeClr val="accent5">
              <a:lumMod val="75000"/>
            </a:schemeClr>
          </a:solidFill>
          <a:ln w="6350">
            <a:solidFill>
              <a:srgbClr val="215C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algn="ctr">
              <a:defRPr/>
            </a:pPr>
            <a:r>
              <a:rPr lang="ja-JP" altLang="en-US" sz="1200" dirty="0">
                <a:solidFill>
                  <a:prstClr val="white"/>
                </a:solidFill>
              </a:rPr>
              <a:t>脇坂株式会社</a:t>
            </a:r>
          </a:p>
          <a:p>
            <a:pPr lvl="0" algn="ctr">
              <a:defRPr/>
            </a:pPr>
            <a:r>
              <a:rPr lang="ja-JP" altLang="en-US" sz="1050" dirty="0">
                <a:solidFill>
                  <a:prstClr val="white"/>
                </a:solidFill>
              </a:rPr>
              <a:t>（</a:t>
            </a:r>
            <a:r>
              <a:rPr lang="en-US" altLang="ja-JP" sz="1050" dirty="0">
                <a:solidFill>
                  <a:prstClr val="white"/>
                </a:solidFill>
              </a:rPr>
              <a:t>IMS</a:t>
            </a:r>
            <a:r>
              <a:rPr lang="ja-JP" altLang="en-US" sz="1050" dirty="0">
                <a:solidFill>
                  <a:prstClr val="white"/>
                </a:solidFill>
              </a:rPr>
              <a:t>資本</a:t>
            </a:r>
            <a:r>
              <a:rPr lang="en-US" altLang="ja-JP" sz="1050" dirty="0">
                <a:solidFill>
                  <a:prstClr val="white"/>
                </a:solidFill>
              </a:rPr>
              <a:t>30%</a:t>
            </a:r>
            <a:r>
              <a:rPr lang="ja-JP" altLang="en-US" sz="1050" dirty="0">
                <a:solidFill>
                  <a:prstClr val="white"/>
                </a:solidFill>
              </a:rPr>
              <a:t>）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0B70BBDA-5FB7-CC71-E904-5EBDF9B2CCF7}"/>
              </a:ext>
            </a:extLst>
          </p:cNvPr>
          <p:cNvSpPr/>
          <p:nvPr/>
        </p:nvSpPr>
        <p:spPr>
          <a:xfrm>
            <a:off x="9228567" y="3538423"/>
            <a:ext cx="405322" cy="36094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215C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00" dirty="0">
                <a:solidFill>
                  <a:sysClr val="windowText" lastClr="000000"/>
                </a:solidFill>
              </a:rPr>
              <a:t>代取</a:t>
            </a:r>
            <a:endParaRPr lang="en-US" altLang="ja-JP" sz="600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sz="600" dirty="0">
                <a:solidFill>
                  <a:sysClr val="windowText" lastClr="000000"/>
                </a:solidFill>
              </a:rPr>
              <a:t>脇坂</a:t>
            </a: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99A419A7-6B61-8956-E2E2-6D4257F8DA27}"/>
              </a:ext>
            </a:extLst>
          </p:cNvPr>
          <p:cNvSpPr/>
          <p:nvPr/>
        </p:nvSpPr>
        <p:spPr>
          <a:xfrm>
            <a:off x="10060158" y="3063667"/>
            <a:ext cx="151952" cy="43965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ja-JP" altLang="en-US" sz="700" dirty="0">
                <a:solidFill>
                  <a:sysClr val="windowText" lastClr="000000"/>
                </a:solidFill>
              </a:rPr>
              <a:t>役報有</a:t>
            </a:r>
            <a:endParaRPr kumimoji="1" lang="ja-JP" altLang="en-US" sz="700" dirty="0">
              <a:solidFill>
                <a:sysClr val="windowText" lastClr="000000"/>
              </a:solidFill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407620B5-3443-F5DB-1C7F-8B7EC9C7B871}"/>
              </a:ext>
            </a:extLst>
          </p:cNvPr>
          <p:cNvSpPr/>
          <p:nvPr/>
        </p:nvSpPr>
        <p:spPr>
          <a:xfrm>
            <a:off x="8643899" y="3065439"/>
            <a:ext cx="93180" cy="36094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600" dirty="0">
                <a:solidFill>
                  <a:sysClr val="windowText" lastClr="000000"/>
                </a:solidFill>
              </a:rPr>
              <a:t>設立中</a:t>
            </a:r>
          </a:p>
        </p:txBody>
      </p:sp>
      <p:sp>
        <p:nvSpPr>
          <p:cNvPr id="241" name="正方形/長方形 240">
            <a:extLst>
              <a:ext uri="{FF2B5EF4-FFF2-40B4-BE49-F238E27FC236}">
                <a16:creationId xmlns:a16="http://schemas.microsoft.com/office/drawing/2014/main" id="{3DDE8FB2-B074-D983-0F45-370F87349424}"/>
              </a:ext>
            </a:extLst>
          </p:cNvPr>
          <p:cNvSpPr/>
          <p:nvPr/>
        </p:nvSpPr>
        <p:spPr>
          <a:xfrm>
            <a:off x="10287359" y="3047802"/>
            <a:ext cx="1600875" cy="885246"/>
          </a:xfrm>
          <a:prstGeom prst="rect">
            <a:avLst/>
          </a:prstGeom>
          <a:solidFill>
            <a:schemeClr val="accent5">
              <a:lumMod val="75000"/>
            </a:schemeClr>
          </a:solidFill>
          <a:ln w="6350">
            <a:solidFill>
              <a:srgbClr val="215C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algn="ctr">
              <a:defRPr/>
            </a:pPr>
            <a:r>
              <a:rPr lang="ja-JP" altLang="en-US" sz="1200" dirty="0">
                <a:solidFill>
                  <a:prstClr val="white"/>
                </a:solidFill>
              </a:rPr>
              <a:t>築地株式会社</a:t>
            </a:r>
          </a:p>
          <a:p>
            <a:pPr lvl="0" algn="ctr">
              <a:defRPr/>
            </a:pPr>
            <a:r>
              <a:rPr lang="ja-JP" altLang="en-US" sz="1050" dirty="0">
                <a:solidFill>
                  <a:prstClr val="white"/>
                </a:solidFill>
              </a:rPr>
              <a:t>（</a:t>
            </a:r>
            <a:r>
              <a:rPr lang="en-US" altLang="ja-JP" sz="1050" dirty="0">
                <a:solidFill>
                  <a:prstClr val="white"/>
                </a:solidFill>
              </a:rPr>
              <a:t>IMS</a:t>
            </a:r>
            <a:r>
              <a:rPr lang="ja-JP" altLang="en-US" sz="1050" dirty="0">
                <a:solidFill>
                  <a:prstClr val="white"/>
                </a:solidFill>
              </a:rPr>
              <a:t>資本</a:t>
            </a:r>
            <a:r>
              <a:rPr lang="en-US" altLang="ja-JP" sz="1050" dirty="0">
                <a:solidFill>
                  <a:prstClr val="white"/>
                </a:solidFill>
              </a:rPr>
              <a:t>??%</a:t>
            </a:r>
            <a:r>
              <a:rPr lang="ja-JP" altLang="en-US" sz="1050" dirty="0">
                <a:solidFill>
                  <a:prstClr val="white"/>
                </a:solidFill>
              </a:rPr>
              <a:t>）</a:t>
            </a:r>
          </a:p>
        </p:txBody>
      </p:sp>
      <p:sp>
        <p:nvSpPr>
          <p:cNvPr id="244" name="四角形: 角を丸くする 243">
            <a:extLst>
              <a:ext uri="{FF2B5EF4-FFF2-40B4-BE49-F238E27FC236}">
                <a16:creationId xmlns:a16="http://schemas.microsoft.com/office/drawing/2014/main" id="{400A4BB0-8B65-B78C-39C2-EE043CF0EDD8}"/>
              </a:ext>
            </a:extLst>
          </p:cNvPr>
          <p:cNvSpPr/>
          <p:nvPr/>
        </p:nvSpPr>
        <p:spPr>
          <a:xfrm>
            <a:off x="11716726" y="3063667"/>
            <a:ext cx="151952" cy="43965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ja-JP" altLang="en-US" sz="700" dirty="0">
                <a:solidFill>
                  <a:sysClr val="windowText" lastClr="000000"/>
                </a:solidFill>
              </a:rPr>
              <a:t>役報有</a:t>
            </a:r>
            <a:endParaRPr kumimoji="1" lang="ja-JP" altLang="en-US" sz="700" dirty="0">
              <a:solidFill>
                <a:sysClr val="windowText" lastClr="000000"/>
              </a:solidFill>
            </a:endParaRPr>
          </a:p>
        </p:txBody>
      </p:sp>
      <p:sp>
        <p:nvSpPr>
          <p:cNvPr id="245" name="正方形/長方形 244">
            <a:extLst>
              <a:ext uri="{FF2B5EF4-FFF2-40B4-BE49-F238E27FC236}">
                <a16:creationId xmlns:a16="http://schemas.microsoft.com/office/drawing/2014/main" id="{301D319A-EFE4-4394-D14C-1F2466F39D6D}"/>
              </a:ext>
            </a:extLst>
          </p:cNvPr>
          <p:cNvSpPr/>
          <p:nvPr/>
        </p:nvSpPr>
        <p:spPr>
          <a:xfrm>
            <a:off x="10300467" y="3065439"/>
            <a:ext cx="93180" cy="36094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600" dirty="0">
                <a:solidFill>
                  <a:sysClr val="windowText" lastClr="000000"/>
                </a:solidFill>
              </a:rPr>
              <a:t>未設立</a:t>
            </a:r>
          </a:p>
        </p:txBody>
      </p:sp>
      <p:sp>
        <p:nvSpPr>
          <p:cNvPr id="246" name="正方形/長方形 245">
            <a:extLst>
              <a:ext uri="{FF2B5EF4-FFF2-40B4-BE49-F238E27FC236}">
                <a16:creationId xmlns:a16="http://schemas.microsoft.com/office/drawing/2014/main" id="{50BFEB8E-D6BB-0A01-FF82-4958B2E38812}"/>
              </a:ext>
            </a:extLst>
          </p:cNvPr>
          <p:cNvSpPr/>
          <p:nvPr/>
        </p:nvSpPr>
        <p:spPr>
          <a:xfrm>
            <a:off x="10671322" y="3538423"/>
            <a:ext cx="405322" cy="36094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215C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" dirty="0">
                <a:solidFill>
                  <a:sysClr val="windowText" lastClr="000000"/>
                </a:solidFill>
              </a:rPr>
              <a:t>代取</a:t>
            </a:r>
            <a:endParaRPr kumimoji="1" lang="en-US" altLang="ja-JP" sz="600" dirty="0">
              <a:solidFill>
                <a:sysClr val="windowText" lastClr="000000"/>
              </a:solidFill>
            </a:endParaRPr>
          </a:p>
          <a:p>
            <a:pPr algn="ctr"/>
            <a:r>
              <a:rPr kumimoji="1" lang="ja-JP" altLang="en-US" sz="600" dirty="0">
                <a:solidFill>
                  <a:sysClr val="windowText" lastClr="000000"/>
                </a:solidFill>
              </a:rPr>
              <a:t>築地</a:t>
            </a:r>
          </a:p>
        </p:txBody>
      </p:sp>
      <p:sp>
        <p:nvSpPr>
          <p:cNvPr id="247" name="正方形/長方形 246">
            <a:extLst>
              <a:ext uri="{FF2B5EF4-FFF2-40B4-BE49-F238E27FC236}">
                <a16:creationId xmlns:a16="http://schemas.microsoft.com/office/drawing/2014/main" id="{7E6EC518-3FA5-51C0-A897-38B6135B4F06}"/>
              </a:ext>
            </a:extLst>
          </p:cNvPr>
          <p:cNvSpPr/>
          <p:nvPr/>
        </p:nvSpPr>
        <p:spPr>
          <a:xfrm>
            <a:off x="11120423" y="3538423"/>
            <a:ext cx="405322" cy="36094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215C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" dirty="0">
                <a:solidFill>
                  <a:sysClr val="windowText" lastClr="000000"/>
                </a:solidFill>
              </a:rPr>
              <a:t>西谷</a:t>
            </a:r>
          </a:p>
        </p:txBody>
      </p:sp>
      <p:sp>
        <p:nvSpPr>
          <p:cNvPr id="248" name="正方形/長方形 247">
            <a:extLst>
              <a:ext uri="{FF2B5EF4-FFF2-40B4-BE49-F238E27FC236}">
                <a16:creationId xmlns:a16="http://schemas.microsoft.com/office/drawing/2014/main" id="{7E974CCC-1C70-4183-1520-C7A5BACE20CC}"/>
              </a:ext>
            </a:extLst>
          </p:cNvPr>
          <p:cNvSpPr/>
          <p:nvPr/>
        </p:nvSpPr>
        <p:spPr>
          <a:xfrm>
            <a:off x="8630395" y="4513931"/>
            <a:ext cx="308534" cy="88524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rgbClr val="215C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コンサル</a:t>
            </a:r>
            <a:endParaRPr kumimoji="1" lang="en-US" altLang="ja-JP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cxnSp>
        <p:nvCxnSpPr>
          <p:cNvPr id="250" name="コネクタ: カギ線 249">
            <a:extLst>
              <a:ext uri="{FF2B5EF4-FFF2-40B4-BE49-F238E27FC236}">
                <a16:creationId xmlns:a16="http://schemas.microsoft.com/office/drawing/2014/main" id="{7F4D8772-B3A9-2A44-DF4A-8EFF87B414EC}"/>
              </a:ext>
            </a:extLst>
          </p:cNvPr>
          <p:cNvCxnSpPr>
            <a:cxnSpLocks/>
            <a:stCxn id="248" idx="0"/>
            <a:endCxn id="23" idx="2"/>
          </p:cNvCxnSpPr>
          <p:nvPr/>
        </p:nvCxnSpPr>
        <p:spPr>
          <a:xfrm rot="5400000" flipH="1" flipV="1">
            <a:off x="8817504" y="3900207"/>
            <a:ext cx="580883" cy="64656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2" name="正方形/長方形 251">
            <a:extLst>
              <a:ext uri="{FF2B5EF4-FFF2-40B4-BE49-F238E27FC236}">
                <a16:creationId xmlns:a16="http://schemas.microsoft.com/office/drawing/2014/main" id="{0FB58203-8979-7AE3-72E0-165AFDBD1B9B}"/>
              </a:ext>
            </a:extLst>
          </p:cNvPr>
          <p:cNvSpPr/>
          <p:nvPr/>
        </p:nvSpPr>
        <p:spPr>
          <a:xfrm>
            <a:off x="10287360" y="4513931"/>
            <a:ext cx="308534" cy="88524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rgbClr val="215C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コンサル</a:t>
            </a:r>
            <a:endParaRPr kumimoji="1" lang="en-US" altLang="ja-JP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cxnSp>
        <p:nvCxnSpPr>
          <p:cNvPr id="253" name="コネクタ: カギ線 252">
            <a:extLst>
              <a:ext uri="{FF2B5EF4-FFF2-40B4-BE49-F238E27FC236}">
                <a16:creationId xmlns:a16="http://schemas.microsoft.com/office/drawing/2014/main" id="{9E663868-C9E0-7B19-5992-C254C32C8748}"/>
              </a:ext>
            </a:extLst>
          </p:cNvPr>
          <p:cNvCxnSpPr>
            <a:cxnSpLocks/>
            <a:stCxn id="252" idx="0"/>
            <a:endCxn id="241" idx="2"/>
          </p:cNvCxnSpPr>
          <p:nvPr/>
        </p:nvCxnSpPr>
        <p:spPr>
          <a:xfrm rot="5400000" flipH="1" flipV="1">
            <a:off x="10474271" y="3900405"/>
            <a:ext cx="580883" cy="64617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7" name="コネクタ: カギ線 256">
            <a:extLst>
              <a:ext uri="{FF2B5EF4-FFF2-40B4-BE49-F238E27FC236}">
                <a16:creationId xmlns:a16="http://schemas.microsoft.com/office/drawing/2014/main" id="{D01F7F2B-0CA4-DBBC-7D06-DD2A7057BDAC}"/>
              </a:ext>
            </a:extLst>
          </p:cNvPr>
          <p:cNvCxnSpPr>
            <a:cxnSpLocks/>
            <a:stCxn id="8" idx="2"/>
            <a:endCxn id="23" idx="0"/>
          </p:cNvCxnSpPr>
          <p:nvPr/>
        </p:nvCxnSpPr>
        <p:spPr>
          <a:xfrm rot="16200000" flipH="1">
            <a:off x="7145954" y="762527"/>
            <a:ext cx="1464486" cy="310606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0" name="コネクタ: カギ線 259">
            <a:extLst>
              <a:ext uri="{FF2B5EF4-FFF2-40B4-BE49-F238E27FC236}">
                <a16:creationId xmlns:a16="http://schemas.microsoft.com/office/drawing/2014/main" id="{C8EF351F-7576-A1AB-DBC9-02B6F4A45A54}"/>
              </a:ext>
            </a:extLst>
          </p:cNvPr>
          <p:cNvCxnSpPr>
            <a:cxnSpLocks/>
            <a:stCxn id="8" idx="2"/>
            <a:endCxn id="241" idx="0"/>
          </p:cNvCxnSpPr>
          <p:nvPr/>
        </p:nvCxnSpPr>
        <p:spPr>
          <a:xfrm rot="16200000" flipH="1">
            <a:off x="7974238" y="-65757"/>
            <a:ext cx="1464486" cy="476263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5" name="四角形: 角を丸くする 274">
            <a:extLst>
              <a:ext uri="{FF2B5EF4-FFF2-40B4-BE49-F238E27FC236}">
                <a16:creationId xmlns:a16="http://schemas.microsoft.com/office/drawing/2014/main" id="{312F9375-A1E1-912E-622F-4B7D7D8C3176}"/>
              </a:ext>
            </a:extLst>
          </p:cNvPr>
          <p:cNvSpPr/>
          <p:nvPr/>
        </p:nvSpPr>
        <p:spPr>
          <a:xfrm>
            <a:off x="11716726" y="717077"/>
            <a:ext cx="151952" cy="43965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ja-JP" altLang="en-US" sz="700" dirty="0">
                <a:solidFill>
                  <a:sysClr val="windowText" lastClr="000000"/>
                </a:solidFill>
              </a:rPr>
              <a:t>役報有</a:t>
            </a:r>
            <a:endParaRPr kumimoji="1" lang="ja-JP" altLang="en-US" sz="700" dirty="0">
              <a:solidFill>
                <a:sysClr val="windowText" lastClr="000000"/>
              </a:solidFill>
            </a:endParaRPr>
          </a:p>
        </p:txBody>
      </p:sp>
      <p:sp>
        <p:nvSpPr>
          <p:cNvPr id="281" name="正方形/長方形 280">
            <a:extLst>
              <a:ext uri="{FF2B5EF4-FFF2-40B4-BE49-F238E27FC236}">
                <a16:creationId xmlns:a16="http://schemas.microsoft.com/office/drawing/2014/main" id="{81C7839D-8055-3E66-84FC-60E31EC8BDD4}"/>
              </a:ext>
            </a:extLst>
          </p:cNvPr>
          <p:cNvSpPr/>
          <p:nvPr/>
        </p:nvSpPr>
        <p:spPr>
          <a:xfrm>
            <a:off x="308166" y="6101779"/>
            <a:ext cx="368096" cy="391084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ysClr val="windowText" lastClr="000000"/>
                </a:solidFill>
              </a:rPr>
              <a:t>業委</a:t>
            </a:r>
          </a:p>
        </p:txBody>
      </p:sp>
      <p:cxnSp>
        <p:nvCxnSpPr>
          <p:cNvPr id="284" name="直線コネクタ 283">
            <a:extLst>
              <a:ext uri="{FF2B5EF4-FFF2-40B4-BE49-F238E27FC236}">
                <a16:creationId xmlns:a16="http://schemas.microsoft.com/office/drawing/2014/main" id="{4ABDA8E2-0A57-CFA0-A13D-BC328F652AEE}"/>
              </a:ext>
            </a:extLst>
          </p:cNvPr>
          <p:cNvCxnSpPr/>
          <p:nvPr/>
        </p:nvCxnSpPr>
        <p:spPr>
          <a:xfrm>
            <a:off x="308166" y="6034745"/>
            <a:ext cx="11580067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5" name="正方形/長方形 284">
            <a:extLst>
              <a:ext uri="{FF2B5EF4-FFF2-40B4-BE49-F238E27FC236}">
                <a16:creationId xmlns:a16="http://schemas.microsoft.com/office/drawing/2014/main" id="{32D6A77F-F363-4755-07A8-9D990F4F6117}"/>
              </a:ext>
            </a:extLst>
          </p:cNvPr>
          <p:cNvSpPr/>
          <p:nvPr/>
        </p:nvSpPr>
        <p:spPr>
          <a:xfrm>
            <a:off x="762096" y="6101779"/>
            <a:ext cx="11121738" cy="391084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50" dirty="0" err="1">
                <a:solidFill>
                  <a:sysClr val="windowText" lastClr="000000"/>
                </a:solidFill>
              </a:rPr>
              <a:t>Neight</a:t>
            </a:r>
            <a:r>
              <a:rPr kumimoji="1" lang="en-US" altLang="ja-JP" sz="1050" dirty="0">
                <a:solidFill>
                  <a:sysClr val="windowText" lastClr="000000"/>
                </a:solidFill>
              </a:rPr>
              <a:t>/KBMC/</a:t>
            </a:r>
            <a:r>
              <a:rPr kumimoji="1" lang="en-US" altLang="ja-JP" sz="1050" dirty="0" err="1">
                <a:solidFill>
                  <a:sysClr val="windowText" lastClr="000000"/>
                </a:solidFill>
              </a:rPr>
              <a:t>SeafamX</a:t>
            </a:r>
            <a:r>
              <a:rPr kumimoji="1" lang="en-US" altLang="ja-JP" sz="1050" dirty="0">
                <a:solidFill>
                  <a:sysClr val="windowText" lastClr="000000"/>
                </a:solidFill>
              </a:rPr>
              <a:t>/</a:t>
            </a:r>
            <a:r>
              <a:rPr kumimoji="1" lang="ja-JP" altLang="en-US" sz="1050" dirty="0">
                <a:solidFill>
                  <a:sysClr val="windowText" lastClr="000000"/>
                </a:solidFill>
              </a:rPr>
              <a:t>レバテック</a:t>
            </a:r>
            <a:r>
              <a:rPr kumimoji="1" lang="en-US" altLang="ja-JP" sz="1050" dirty="0">
                <a:solidFill>
                  <a:sysClr val="windowText" lastClr="000000"/>
                </a:solidFill>
              </a:rPr>
              <a:t>/GL</a:t>
            </a:r>
            <a:r>
              <a:rPr kumimoji="1" lang="ja-JP" altLang="en-US" sz="1050" dirty="0">
                <a:solidFill>
                  <a:sysClr val="windowText" lastClr="000000"/>
                </a:solidFill>
              </a:rPr>
              <a:t>ナビゲーション</a:t>
            </a:r>
            <a:r>
              <a:rPr kumimoji="1" lang="en-US" altLang="ja-JP" sz="1050" dirty="0">
                <a:solidFill>
                  <a:sysClr val="windowText" lastClr="000000"/>
                </a:solidFill>
              </a:rPr>
              <a:t>/</a:t>
            </a:r>
            <a:r>
              <a:rPr kumimoji="1" lang="en-US" altLang="ja-JP" sz="1050" dirty="0" err="1">
                <a:solidFill>
                  <a:sysClr val="windowText" lastClr="000000"/>
                </a:solidFill>
              </a:rPr>
              <a:t>Enginee</a:t>
            </a:r>
            <a:r>
              <a:rPr kumimoji="1" lang="en-US" altLang="ja-JP" sz="1050" dirty="0">
                <a:solidFill>
                  <a:sysClr val="windowText" lastClr="000000"/>
                </a:solidFill>
              </a:rPr>
              <a:t>/</a:t>
            </a:r>
            <a:r>
              <a:rPr kumimoji="1" lang="en-US" altLang="ja-JP" sz="1050" dirty="0" err="1">
                <a:solidFill>
                  <a:sysClr val="windowText" lastClr="000000"/>
                </a:solidFill>
              </a:rPr>
              <a:t>SalesMarker</a:t>
            </a:r>
            <a:r>
              <a:rPr kumimoji="1" lang="en-US" altLang="ja-JP" sz="1050" dirty="0">
                <a:solidFill>
                  <a:sysClr val="windowText" lastClr="000000"/>
                </a:solidFill>
              </a:rPr>
              <a:t>/</a:t>
            </a:r>
            <a:r>
              <a:rPr kumimoji="1" lang="en-US" altLang="ja-JP" sz="1050" dirty="0" err="1">
                <a:solidFill>
                  <a:sysClr val="windowText" lastClr="000000"/>
                </a:solidFill>
              </a:rPr>
              <a:t>Wru</a:t>
            </a:r>
            <a:r>
              <a:rPr kumimoji="1" lang="en-US" altLang="ja-JP" sz="1050" dirty="0">
                <a:solidFill>
                  <a:sysClr val="windowText" lastClr="000000"/>
                </a:solidFill>
              </a:rPr>
              <a:t>/</a:t>
            </a:r>
            <a:r>
              <a:rPr kumimoji="1" lang="ja-JP" altLang="en-US" sz="1050" dirty="0">
                <a:solidFill>
                  <a:sysClr val="windowText" lastClr="000000"/>
                </a:solidFill>
              </a:rPr>
              <a:t>サインポスト</a:t>
            </a:r>
            <a:r>
              <a:rPr kumimoji="1" lang="en-US" altLang="ja-JP" sz="1050" dirty="0">
                <a:solidFill>
                  <a:sysClr val="windowText" lastClr="000000"/>
                </a:solidFill>
              </a:rPr>
              <a:t>/</a:t>
            </a:r>
            <a:r>
              <a:rPr kumimoji="1" lang="ja-JP" altLang="en-US" sz="1050" dirty="0">
                <a:solidFill>
                  <a:sysClr val="windowText" lastClr="000000"/>
                </a:solidFill>
              </a:rPr>
              <a:t>ショーリコンサルティング</a:t>
            </a:r>
            <a:r>
              <a:rPr kumimoji="1" lang="en-US" altLang="ja-JP" sz="1050" dirty="0">
                <a:solidFill>
                  <a:sysClr val="windowText" lastClr="000000"/>
                </a:solidFill>
              </a:rPr>
              <a:t>/</a:t>
            </a:r>
            <a:r>
              <a:rPr kumimoji="1" lang="ja-JP" altLang="en-US" sz="1050" dirty="0">
                <a:solidFill>
                  <a:sysClr val="windowText" lastClr="000000"/>
                </a:solidFill>
              </a:rPr>
              <a:t>ペイフォワードパートナーズ</a:t>
            </a:r>
            <a:r>
              <a:rPr kumimoji="1" lang="en-US" altLang="ja-JP" sz="1050" dirty="0">
                <a:solidFill>
                  <a:sysClr val="windowText" lastClr="000000"/>
                </a:solidFill>
              </a:rPr>
              <a:t>/</a:t>
            </a:r>
            <a:r>
              <a:rPr lang="ja-JP" altLang="en-US" sz="1050" dirty="0">
                <a:solidFill>
                  <a:sysClr val="windowText" lastClr="000000"/>
                </a:solidFill>
              </a:rPr>
              <a:t>フロウカ</a:t>
            </a:r>
            <a:r>
              <a:rPr lang="en-US" altLang="ja-JP" sz="1050" dirty="0">
                <a:solidFill>
                  <a:sysClr val="windowText" lastClr="000000"/>
                </a:solidFill>
              </a:rPr>
              <a:t>/</a:t>
            </a:r>
            <a:r>
              <a:rPr lang="ja-JP" altLang="en-US" sz="1050" dirty="0">
                <a:solidFill>
                  <a:sysClr val="windowText" lastClr="000000"/>
                </a:solidFill>
              </a:rPr>
              <a:t>富士ソフト</a:t>
            </a:r>
            <a:r>
              <a:rPr lang="en-US" altLang="ja-JP" sz="1050" dirty="0">
                <a:solidFill>
                  <a:sysClr val="windowText" lastClr="000000"/>
                </a:solidFill>
              </a:rPr>
              <a:t>/LASINVA</a:t>
            </a:r>
            <a:endParaRPr kumimoji="1" lang="en-US" altLang="ja-JP" sz="105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0444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11CB0-93DC-5834-C200-22B207016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9715BF-C567-7348-6F3B-82264B6C4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ホールディングス化に伴うメリット・株式比率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9F2A613-2BDA-E47B-3C2B-911F73894DBC}"/>
              </a:ext>
            </a:extLst>
          </p:cNvPr>
          <p:cNvSpPr/>
          <p:nvPr/>
        </p:nvSpPr>
        <p:spPr>
          <a:xfrm>
            <a:off x="280737" y="834189"/>
            <a:ext cx="11638547" cy="12593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400" dirty="0">
                <a:solidFill>
                  <a:sysClr val="windowText" lastClr="000000"/>
                </a:solidFill>
              </a:rPr>
              <a:t>そもそも</a:t>
            </a:r>
            <a:r>
              <a:rPr kumimoji="1" lang="en-US" altLang="ja-JP" sz="1400" dirty="0">
                <a:solidFill>
                  <a:sysClr val="windowText" lastClr="000000"/>
                </a:solidFill>
              </a:rPr>
              <a:t>HD</a:t>
            </a:r>
            <a:r>
              <a:rPr kumimoji="1" lang="ja-JP" altLang="en-US" sz="1400" dirty="0">
                <a:solidFill>
                  <a:sysClr val="windowText" lastClr="000000"/>
                </a:solidFill>
              </a:rPr>
              <a:t>化すると。。。</a:t>
            </a:r>
            <a:endParaRPr kumimoji="1" lang="en-US" altLang="ja-JP" sz="1400" dirty="0">
              <a:solidFill>
                <a:sysClr val="windowText" lastClr="000000"/>
              </a:solidFill>
            </a:endParaRPr>
          </a:p>
          <a:p>
            <a:pPr marL="360363" lvl="1" indent="-184150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ysClr val="windowText" lastClr="000000"/>
                </a:solidFill>
              </a:rPr>
              <a:t>xxx</a:t>
            </a:r>
          </a:p>
          <a:p>
            <a:pPr marL="360363" lvl="1" indent="-184150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ysClr val="windowText" lastClr="000000"/>
                </a:solidFill>
              </a:rPr>
              <a:t>xxx</a:t>
            </a:r>
          </a:p>
          <a:p>
            <a:pPr marL="360363" lvl="1" indent="-184150">
              <a:buFont typeface="Arial" panose="020B0604020202020204" pitchFamily="34" charset="0"/>
              <a:buChar char="•"/>
            </a:pPr>
            <a:r>
              <a:rPr lang="en-US" altLang="ja-JP" sz="1400" dirty="0" err="1">
                <a:solidFill>
                  <a:sysClr val="windowText" lastClr="000000"/>
                </a:solidFill>
              </a:rPr>
              <a:t>Xxx</a:t>
            </a:r>
            <a:endParaRPr lang="en-US" altLang="ja-JP" sz="1400" dirty="0">
              <a:solidFill>
                <a:sysClr val="windowText" lastClr="000000"/>
              </a:solidFill>
            </a:endParaRPr>
          </a:p>
          <a:p>
            <a:pPr marL="360363" lvl="1" indent="-184150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ysClr val="windowText" lastClr="000000"/>
                </a:solidFill>
              </a:rPr>
              <a:t>xxx</a:t>
            </a:r>
            <a:r>
              <a:rPr lang="ja-JP" altLang="en-US" sz="1400" dirty="0">
                <a:solidFill>
                  <a:sysClr val="windowText" lastClr="000000"/>
                </a:solidFill>
              </a:rPr>
              <a:t>　</a:t>
            </a:r>
            <a:endParaRPr kumimoji="1" lang="ja-JP" altLang="en-US" sz="14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8678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75E0C-9F74-6E01-AF23-336F86034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FA5AC3-C38A-81B2-2AB5-4550A58D2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事業｜</a:t>
            </a:r>
            <a:r>
              <a:rPr lang="ja-JP" altLang="en-US"/>
              <a:t>コンサル除く、各種事業に関して｜インセンティブ</a:t>
            </a:r>
            <a:endParaRPr kumimoji="1" lang="ja-JP" altLang="en-US"/>
          </a:p>
        </p:txBody>
      </p:sp>
      <p:sp>
        <p:nvSpPr>
          <p:cNvPr id="4" name="コンテンツ プレースホルダー 110">
            <a:extLst>
              <a:ext uri="{FF2B5EF4-FFF2-40B4-BE49-F238E27FC236}">
                <a16:creationId xmlns:a16="http://schemas.microsoft.com/office/drawing/2014/main" id="{C4163493-ECB3-FE8F-9A9B-C1639265C0B3}"/>
              </a:ext>
            </a:extLst>
          </p:cNvPr>
          <p:cNvSpPr txBox="1">
            <a:spLocks/>
          </p:cNvSpPr>
          <p:nvPr/>
        </p:nvSpPr>
        <p:spPr>
          <a:xfrm>
            <a:off x="208614" y="771320"/>
            <a:ext cx="11754786" cy="749750"/>
          </a:xfrm>
          <a:prstGeom prst="rect">
            <a:avLst/>
          </a:prstGeom>
        </p:spPr>
        <p:txBody>
          <a:bodyPr/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n"/>
              <a:defRPr kumimoji="1" sz="1800" b="0" kern="1200">
                <a:solidFill>
                  <a:srgbClr val="002060"/>
                </a:solidFill>
                <a:latin typeface="+mj-lt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ja-JP" altLang="en-US" sz="1800">
              <a:solidFill>
                <a:srgbClr val="002060"/>
              </a:solidFill>
            </a:endParaRPr>
          </a:p>
        </p:txBody>
      </p:sp>
      <p:sp>
        <p:nvSpPr>
          <p:cNvPr id="83" name="コンテンツ プレースホルダー 4">
            <a:extLst>
              <a:ext uri="{FF2B5EF4-FFF2-40B4-BE49-F238E27FC236}">
                <a16:creationId xmlns:a16="http://schemas.microsoft.com/office/drawing/2014/main" id="{92D19F54-9B2E-FEB6-0F67-259BC0EC2BB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08614" y="771320"/>
            <a:ext cx="11754786" cy="752680"/>
          </a:xfrm>
        </p:spPr>
        <p:txBody>
          <a:bodyPr/>
          <a:lstStyle/>
          <a:p>
            <a:r>
              <a:rPr kumimoji="1" lang="ja-JP" altLang="en-US"/>
              <a:t>各事業推進における従業員のモチベーションを高め、維持するためにインセンティブ制を二期目から導入</a:t>
            </a:r>
            <a:endParaRPr kumimoji="1" lang="en-US" altLang="ja-JP"/>
          </a:p>
          <a:p>
            <a:r>
              <a:rPr lang="ja-JP" altLang="en-US"/>
              <a:t>事業の成果にあった、インセンティブを設計しておりますので、ご安心ください</a:t>
            </a:r>
            <a:endParaRPr kumimoji="1" lang="en-US" altLang="ja-JP"/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AF966CBA-404E-9C69-2FC3-45B7D19567D6}"/>
              </a:ext>
            </a:extLst>
          </p:cNvPr>
          <p:cNvSpPr/>
          <p:nvPr/>
        </p:nvSpPr>
        <p:spPr>
          <a:xfrm>
            <a:off x="4236318" y="1635352"/>
            <a:ext cx="5866178" cy="399803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b="1">
                <a:solidFill>
                  <a:schemeClr val="tx1">
                    <a:lumMod val="75000"/>
                    <a:lumOff val="25000"/>
                  </a:schemeClr>
                </a:solidFill>
              </a:rPr>
              <a:t>インセンティブ概要</a:t>
            </a:r>
          </a:p>
        </p:txBody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693CA264-8982-DB1B-2006-500895733314}"/>
              </a:ext>
            </a:extLst>
          </p:cNvPr>
          <p:cNvSpPr/>
          <p:nvPr/>
        </p:nvSpPr>
        <p:spPr>
          <a:xfrm>
            <a:off x="10192423" y="1635352"/>
            <a:ext cx="1197433" cy="399803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b="1">
                <a:solidFill>
                  <a:schemeClr val="tx1">
                    <a:lumMod val="75000"/>
                    <a:lumOff val="25000"/>
                  </a:schemeClr>
                </a:solidFill>
              </a:rPr>
              <a:t>管理指標</a:t>
            </a:r>
          </a:p>
        </p:txBody>
      </p:sp>
      <p:sp>
        <p:nvSpPr>
          <p:cNvPr id="124" name="正方形/長方形 123">
            <a:extLst>
              <a:ext uri="{FF2B5EF4-FFF2-40B4-BE49-F238E27FC236}">
                <a16:creationId xmlns:a16="http://schemas.microsoft.com/office/drawing/2014/main" id="{1DD87603-F9BB-B52F-5A2C-EF2E5D4D36E2}"/>
              </a:ext>
            </a:extLst>
          </p:cNvPr>
          <p:cNvSpPr/>
          <p:nvPr/>
        </p:nvSpPr>
        <p:spPr>
          <a:xfrm>
            <a:off x="1203977" y="1635352"/>
            <a:ext cx="1661144" cy="417260"/>
          </a:xfrm>
          <a:prstGeom prst="rect">
            <a:avLst/>
          </a:prstGeom>
          <a:solidFill>
            <a:srgbClr val="D9D9D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b="1">
                <a:solidFill>
                  <a:schemeClr val="tx1">
                    <a:lumMod val="75000"/>
                    <a:lumOff val="25000"/>
                  </a:schemeClr>
                </a:solidFill>
              </a:rPr>
              <a:t>事業</a:t>
            </a:r>
            <a:endParaRPr kumimoji="1" lang="ja-JP" altLang="en-US" sz="12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5" name="正方形/長方形 124">
            <a:extLst>
              <a:ext uri="{FF2B5EF4-FFF2-40B4-BE49-F238E27FC236}">
                <a16:creationId xmlns:a16="http://schemas.microsoft.com/office/drawing/2014/main" id="{E90A5CA1-083C-751C-C9AD-5D5B37AC1A01}"/>
              </a:ext>
            </a:extLst>
          </p:cNvPr>
          <p:cNvSpPr/>
          <p:nvPr/>
        </p:nvSpPr>
        <p:spPr>
          <a:xfrm>
            <a:off x="2948958" y="1635352"/>
            <a:ext cx="1197433" cy="399803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b="1">
                <a:solidFill>
                  <a:schemeClr val="tx1">
                    <a:lumMod val="75000"/>
                    <a:lumOff val="25000"/>
                  </a:schemeClr>
                </a:solidFill>
              </a:rPr>
              <a:t>トリガー</a:t>
            </a:r>
          </a:p>
        </p:txBody>
      </p:sp>
      <p:grpSp>
        <p:nvGrpSpPr>
          <p:cNvPr id="136" name="グループ化 135">
            <a:extLst>
              <a:ext uri="{FF2B5EF4-FFF2-40B4-BE49-F238E27FC236}">
                <a16:creationId xmlns:a16="http://schemas.microsoft.com/office/drawing/2014/main" id="{1A834775-C54A-8191-46D7-6F97735C4DD1}"/>
              </a:ext>
            </a:extLst>
          </p:cNvPr>
          <p:cNvGrpSpPr/>
          <p:nvPr/>
        </p:nvGrpSpPr>
        <p:grpSpPr>
          <a:xfrm>
            <a:off x="779835" y="2101952"/>
            <a:ext cx="10610021" cy="4283608"/>
            <a:chOff x="779835" y="2101952"/>
            <a:chExt cx="10610021" cy="3936078"/>
          </a:xfrm>
        </p:grpSpPr>
        <p:sp>
          <p:nvSpPr>
            <p:cNvPr id="89" name="正方形/長方形 88">
              <a:extLst>
                <a:ext uri="{FF2B5EF4-FFF2-40B4-BE49-F238E27FC236}">
                  <a16:creationId xmlns:a16="http://schemas.microsoft.com/office/drawing/2014/main" id="{1A6281FF-25F9-C74B-8A8B-215082342DA9}"/>
                </a:ext>
              </a:extLst>
            </p:cNvPr>
            <p:cNvSpPr/>
            <p:nvPr/>
          </p:nvSpPr>
          <p:spPr>
            <a:xfrm>
              <a:off x="4236318" y="2101952"/>
              <a:ext cx="5866178" cy="434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sz="1050">
                  <a:solidFill>
                    <a:sysClr val="windowText" lastClr="000000"/>
                  </a:solidFill>
                </a:rPr>
                <a:t>新規案件契約時に、利益額の</a:t>
              </a:r>
              <a:r>
                <a:rPr lang="en-US" altLang="ja-JP" sz="1050">
                  <a:solidFill>
                    <a:sysClr val="windowText" lastClr="000000"/>
                  </a:solidFill>
                </a:rPr>
                <a:t>10% </a:t>
              </a:r>
              <a:r>
                <a:rPr lang="ja-JP" altLang="en-US" sz="1050">
                  <a:solidFill>
                    <a:sysClr val="windowText" lastClr="000000"/>
                  </a:solidFill>
                </a:rPr>
                <a:t>を支給</a:t>
              </a:r>
            </a:p>
            <a:p>
              <a:r>
                <a:rPr lang="ja-JP" altLang="en-US" sz="1050">
                  <a:solidFill>
                    <a:sysClr val="windowText" lastClr="000000"/>
                  </a:solidFill>
                </a:rPr>
                <a:t>　　例）</a:t>
              </a:r>
              <a:r>
                <a:rPr lang="en-US" altLang="ja-JP" sz="1050">
                  <a:solidFill>
                    <a:sysClr val="windowText" lastClr="000000"/>
                  </a:solidFill>
                </a:rPr>
                <a:t>500</a:t>
              </a:r>
              <a:r>
                <a:rPr lang="ja-JP" altLang="en-US" sz="1050">
                  <a:solidFill>
                    <a:sysClr val="windowText" lastClr="000000"/>
                  </a:solidFill>
                </a:rPr>
                <a:t>万円案件（利益</a:t>
              </a:r>
              <a:r>
                <a:rPr lang="en-US" altLang="ja-JP" sz="1050">
                  <a:solidFill>
                    <a:sysClr val="windowText" lastClr="000000"/>
                  </a:solidFill>
                </a:rPr>
                <a:t>200</a:t>
              </a:r>
              <a:r>
                <a:rPr lang="ja-JP" altLang="en-US" sz="1050">
                  <a:solidFill>
                    <a:sysClr val="windowText" lastClr="000000"/>
                  </a:solidFill>
                </a:rPr>
                <a:t>万円）→ </a:t>
              </a:r>
              <a:r>
                <a:rPr lang="en-US" altLang="ja-JP" sz="1050">
                  <a:solidFill>
                    <a:sysClr val="windowText" lastClr="000000"/>
                  </a:solidFill>
                </a:rPr>
                <a:t>20</a:t>
              </a:r>
              <a:r>
                <a:rPr lang="ja-JP" altLang="en-US" sz="1050">
                  <a:solidFill>
                    <a:sysClr val="windowText" lastClr="000000"/>
                  </a:solidFill>
                </a:rPr>
                <a:t>万円を獲得メンバーに分配</a:t>
              </a:r>
            </a:p>
          </p:txBody>
        </p:sp>
        <p:sp>
          <p:nvSpPr>
            <p:cNvPr id="90" name="正方形/長方形 89">
              <a:extLst>
                <a:ext uri="{FF2B5EF4-FFF2-40B4-BE49-F238E27FC236}">
                  <a16:creationId xmlns:a16="http://schemas.microsoft.com/office/drawing/2014/main" id="{B7354E44-C93E-ACAC-69C7-4B95DF873232}"/>
                </a:ext>
              </a:extLst>
            </p:cNvPr>
            <p:cNvSpPr/>
            <p:nvPr/>
          </p:nvSpPr>
          <p:spPr>
            <a:xfrm>
              <a:off x="10192423" y="2101952"/>
              <a:ext cx="1197433" cy="434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50">
                  <a:solidFill>
                    <a:sysClr val="windowText" lastClr="000000"/>
                  </a:solidFill>
                </a:rPr>
                <a:t>受注額</a:t>
              </a:r>
              <a:endParaRPr lang="en-US" altLang="ja-JP" sz="1050">
                <a:solidFill>
                  <a:sysClr val="windowText" lastClr="000000"/>
                </a:solidFill>
              </a:endParaRPr>
            </a:p>
            <a:p>
              <a:pPr algn="ctr"/>
              <a:r>
                <a:rPr lang="ja-JP" altLang="en-US" sz="1050">
                  <a:solidFill>
                    <a:sysClr val="windowText" lastClr="000000"/>
                  </a:solidFill>
                </a:rPr>
                <a:t>利益額</a:t>
              </a:r>
            </a:p>
          </p:txBody>
        </p:sp>
        <p:sp>
          <p:nvSpPr>
            <p:cNvPr id="92" name="正方形/長方形 91">
              <a:extLst>
                <a:ext uri="{FF2B5EF4-FFF2-40B4-BE49-F238E27FC236}">
                  <a16:creationId xmlns:a16="http://schemas.microsoft.com/office/drawing/2014/main" id="{5448FCF0-E0E7-59E6-B41B-BDD4FAD36CE4}"/>
                </a:ext>
              </a:extLst>
            </p:cNvPr>
            <p:cNvSpPr/>
            <p:nvPr/>
          </p:nvSpPr>
          <p:spPr>
            <a:xfrm>
              <a:off x="4236318" y="2614488"/>
              <a:ext cx="5866178" cy="434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sz="1050">
                  <a:solidFill>
                    <a:sysClr val="windowText" lastClr="000000"/>
                  </a:solidFill>
                </a:rPr>
                <a:t>月額収益の</a:t>
              </a:r>
              <a:r>
                <a:rPr lang="en-US" altLang="ja-JP" sz="1050">
                  <a:solidFill>
                    <a:sysClr val="windowText" lastClr="000000"/>
                  </a:solidFill>
                </a:rPr>
                <a:t>5%</a:t>
              </a:r>
              <a:r>
                <a:rPr lang="ja-JP" altLang="en-US" sz="1050">
                  <a:solidFill>
                    <a:sysClr val="windowText" lastClr="000000"/>
                  </a:solidFill>
                </a:rPr>
                <a:t>を毎四半期支給</a:t>
              </a:r>
              <a:br>
                <a:rPr lang="en-US" altLang="ja-JP" sz="1050">
                  <a:solidFill>
                    <a:sysClr val="windowText" lastClr="000000"/>
                  </a:solidFill>
                </a:rPr>
              </a:br>
              <a:r>
                <a:rPr lang="ja-JP" altLang="en-US" sz="1050">
                  <a:solidFill>
                    <a:sysClr val="windowText" lastClr="000000"/>
                  </a:solidFill>
                </a:rPr>
                <a:t>例）月額</a:t>
              </a:r>
              <a:r>
                <a:rPr lang="en-US" altLang="ja-JP" sz="1050">
                  <a:solidFill>
                    <a:sysClr val="windowText" lastClr="000000"/>
                  </a:solidFill>
                </a:rPr>
                <a:t>100</a:t>
              </a:r>
              <a:r>
                <a:rPr lang="ja-JP" altLang="en-US" sz="1050">
                  <a:solidFill>
                    <a:sysClr val="windowText" lastClr="000000"/>
                  </a:solidFill>
                </a:rPr>
                <a:t>万円の利益 → </a:t>
              </a:r>
              <a:r>
                <a:rPr lang="en-US" altLang="ja-JP" sz="1050">
                  <a:solidFill>
                    <a:sysClr val="windowText" lastClr="000000"/>
                  </a:solidFill>
                </a:rPr>
                <a:t>3</a:t>
              </a:r>
              <a:r>
                <a:rPr lang="ja-JP" altLang="en-US" sz="1050">
                  <a:solidFill>
                    <a:sysClr val="windowText" lastClr="000000"/>
                  </a:solidFill>
                </a:rPr>
                <a:t>万円を参画メンバーに分配</a:t>
              </a:r>
              <a:endParaRPr lang="en-US" altLang="ja-JP" sz="1050">
                <a:solidFill>
                  <a:sysClr val="windowText" lastClr="000000"/>
                </a:solidFill>
              </a:endParaRPr>
            </a:p>
          </p:txBody>
        </p:sp>
        <p:sp>
          <p:nvSpPr>
            <p:cNvPr id="93" name="正方形/長方形 92">
              <a:extLst>
                <a:ext uri="{FF2B5EF4-FFF2-40B4-BE49-F238E27FC236}">
                  <a16:creationId xmlns:a16="http://schemas.microsoft.com/office/drawing/2014/main" id="{F15CFD50-B12B-B3FA-213F-4E7766F325AF}"/>
                </a:ext>
              </a:extLst>
            </p:cNvPr>
            <p:cNvSpPr/>
            <p:nvPr/>
          </p:nvSpPr>
          <p:spPr>
            <a:xfrm>
              <a:off x="10192423" y="2614488"/>
              <a:ext cx="1197433" cy="434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50">
                  <a:solidFill>
                    <a:sysClr val="windowText" lastClr="000000"/>
                  </a:solidFill>
                </a:rPr>
                <a:t>利益額</a:t>
              </a:r>
            </a:p>
          </p:txBody>
        </p:sp>
        <p:sp>
          <p:nvSpPr>
            <p:cNvPr id="95" name="正方形/長方形 94">
              <a:extLst>
                <a:ext uri="{FF2B5EF4-FFF2-40B4-BE49-F238E27FC236}">
                  <a16:creationId xmlns:a16="http://schemas.microsoft.com/office/drawing/2014/main" id="{200374B6-BECB-DA7C-8AED-EA06C8CEF56B}"/>
                </a:ext>
              </a:extLst>
            </p:cNvPr>
            <p:cNvSpPr/>
            <p:nvPr/>
          </p:nvSpPr>
          <p:spPr>
            <a:xfrm>
              <a:off x="4236318" y="3111704"/>
              <a:ext cx="5866178" cy="434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sz="1050">
                  <a:solidFill>
                    <a:sysClr val="windowText" lastClr="000000"/>
                  </a:solidFill>
                </a:rPr>
                <a:t>売買成約時利益の</a:t>
              </a:r>
              <a:r>
                <a:rPr lang="en-US" altLang="ja-JP" sz="1050">
                  <a:solidFill>
                    <a:sysClr val="windowText" lastClr="000000"/>
                  </a:solidFill>
                </a:rPr>
                <a:t>10%</a:t>
              </a:r>
              <a:r>
                <a:rPr lang="ja-JP" altLang="en-US" sz="1050">
                  <a:solidFill>
                    <a:sysClr val="windowText" lastClr="000000"/>
                  </a:solidFill>
                </a:rPr>
                <a:t>を支給</a:t>
              </a:r>
              <a:br>
                <a:rPr lang="en-US" altLang="ja-JP" sz="1050">
                  <a:solidFill>
                    <a:sysClr val="windowText" lastClr="000000"/>
                  </a:solidFill>
                </a:rPr>
              </a:br>
              <a:r>
                <a:rPr lang="ja-JP" altLang="en-US" sz="1050">
                  <a:solidFill>
                    <a:sysClr val="windowText" lastClr="000000"/>
                  </a:solidFill>
                </a:rPr>
                <a:t>例）</a:t>
              </a:r>
              <a:r>
                <a:rPr lang="en-US" altLang="ja-JP" sz="1050">
                  <a:solidFill>
                    <a:sysClr val="windowText" lastClr="000000"/>
                  </a:solidFill>
                </a:rPr>
                <a:t>3,000</a:t>
              </a:r>
              <a:r>
                <a:rPr lang="ja-JP" altLang="en-US" sz="1050">
                  <a:solidFill>
                    <a:sysClr val="windowText" lastClr="000000"/>
                  </a:solidFill>
                </a:rPr>
                <a:t>万の物件成約（手数料</a:t>
              </a:r>
              <a:r>
                <a:rPr lang="en-US" altLang="ja-JP" sz="1050">
                  <a:solidFill>
                    <a:sysClr val="windowText" lastClr="000000"/>
                  </a:solidFill>
                </a:rPr>
                <a:t>2%</a:t>
              </a:r>
              <a:r>
                <a:rPr lang="ja-JP" altLang="en-US" sz="1050">
                  <a:solidFill>
                    <a:sysClr val="windowText" lastClr="000000"/>
                  </a:solidFill>
                </a:rPr>
                <a:t>と仮定し、利益</a:t>
              </a:r>
              <a:r>
                <a:rPr lang="en-US" altLang="ja-JP" sz="1050">
                  <a:solidFill>
                    <a:sysClr val="windowText" lastClr="000000"/>
                  </a:solidFill>
                </a:rPr>
                <a:t>60</a:t>
              </a:r>
              <a:r>
                <a:rPr lang="ja-JP" altLang="en-US" sz="1050">
                  <a:solidFill>
                    <a:sysClr val="windowText" lastClr="000000"/>
                  </a:solidFill>
                </a:rPr>
                <a:t>万） → </a:t>
              </a:r>
              <a:r>
                <a:rPr lang="en-US" altLang="ja-JP" sz="1050">
                  <a:solidFill>
                    <a:sysClr val="windowText" lastClr="000000"/>
                  </a:solidFill>
                </a:rPr>
                <a:t>6</a:t>
              </a:r>
              <a:r>
                <a:rPr lang="ja-JP" altLang="en-US" sz="1050">
                  <a:solidFill>
                    <a:sysClr val="windowText" lastClr="000000"/>
                  </a:solidFill>
                </a:rPr>
                <a:t>万円を獲得メンバーに分配   </a:t>
              </a:r>
              <a:endParaRPr lang="en-US" altLang="ja-JP" sz="1050">
                <a:solidFill>
                  <a:sysClr val="windowText" lastClr="000000"/>
                </a:solidFill>
              </a:endParaRPr>
            </a:p>
          </p:txBody>
        </p:sp>
        <p:sp>
          <p:nvSpPr>
            <p:cNvPr id="96" name="正方形/長方形 95">
              <a:extLst>
                <a:ext uri="{FF2B5EF4-FFF2-40B4-BE49-F238E27FC236}">
                  <a16:creationId xmlns:a16="http://schemas.microsoft.com/office/drawing/2014/main" id="{34560659-86DF-818A-DD2D-C0DBDA2626DD}"/>
                </a:ext>
              </a:extLst>
            </p:cNvPr>
            <p:cNvSpPr/>
            <p:nvPr/>
          </p:nvSpPr>
          <p:spPr>
            <a:xfrm>
              <a:off x="10192423" y="3118883"/>
              <a:ext cx="1197433" cy="434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50">
                  <a:solidFill>
                    <a:sysClr val="windowText" lastClr="000000"/>
                  </a:solidFill>
                </a:rPr>
                <a:t>売買価格</a:t>
              </a:r>
              <a:endParaRPr lang="en-US" altLang="ja-JP" sz="1050">
                <a:solidFill>
                  <a:sysClr val="windowText" lastClr="000000"/>
                </a:solidFill>
              </a:endParaRPr>
            </a:p>
            <a:p>
              <a:pPr algn="ctr"/>
              <a:r>
                <a:rPr lang="ja-JP" altLang="en-US" sz="1050">
                  <a:solidFill>
                    <a:sysClr val="windowText" lastClr="000000"/>
                  </a:solidFill>
                </a:rPr>
                <a:t>仲介手数料</a:t>
              </a:r>
            </a:p>
          </p:txBody>
        </p:sp>
        <p:sp>
          <p:nvSpPr>
            <p:cNvPr id="98" name="正方形/長方形 97">
              <a:extLst>
                <a:ext uri="{FF2B5EF4-FFF2-40B4-BE49-F238E27FC236}">
                  <a16:creationId xmlns:a16="http://schemas.microsoft.com/office/drawing/2014/main" id="{914DB4DF-E5AD-C794-0B69-D778FFB02C48}"/>
                </a:ext>
              </a:extLst>
            </p:cNvPr>
            <p:cNvSpPr/>
            <p:nvPr/>
          </p:nvSpPr>
          <p:spPr>
            <a:xfrm>
              <a:off x="4236318" y="3611098"/>
              <a:ext cx="5866178" cy="434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sz="1050">
                  <a:solidFill>
                    <a:sysClr val="windowText" lastClr="000000"/>
                  </a:solidFill>
                </a:rPr>
                <a:t>求職者内定時、利益の</a:t>
              </a:r>
              <a:r>
                <a:rPr lang="en-US" altLang="ja-JP" sz="1050">
                  <a:solidFill>
                    <a:sysClr val="windowText" lastClr="000000"/>
                  </a:solidFill>
                </a:rPr>
                <a:t>10%</a:t>
              </a:r>
              <a:r>
                <a:rPr lang="ja-JP" altLang="en-US" sz="1050">
                  <a:solidFill>
                    <a:sysClr val="windowText" lastClr="000000"/>
                  </a:solidFill>
                </a:rPr>
                <a:t>を支給</a:t>
              </a:r>
              <a:br>
                <a:rPr lang="en-US" altLang="ja-JP" sz="1050">
                  <a:solidFill>
                    <a:sysClr val="windowText" lastClr="000000"/>
                  </a:solidFill>
                </a:rPr>
              </a:br>
              <a:r>
                <a:rPr lang="ja-JP" altLang="en-US" sz="1050">
                  <a:solidFill>
                    <a:sysClr val="windowText" lastClr="000000"/>
                  </a:solidFill>
                </a:rPr>
                <a:t>例）年収</a:t>
              </a:r>
              <a:r>
                <a:rPr lang="en-US" altLang="ja-JP" sz="1050">
                  <a:solidFill>
                    <a:sysClr val="windowText" lastClr="000000"/>
                  </a:solidFill>
                </a:rPr>
                <a:t>1,000</a:t>
              </a:r>
              <a:r>
                <a:rPr lang="ja-JP" altLang="en-US" sz="1050">
                  <a:solidFill>
                    <a:sysClr val="windowText" lastClr="000000"/>
                  </a:solidFill>
                </a:rPr>
                <a:t>万円の求職者（手数料</a:t>
              </a:r>
              <a:r>
                <a:rPr lang="en-US" altLang="ja-JP" sz="1050">
                  <a:solidFill>
                    <a:sysClr val="windowText" lastClr="000000"/>
                  </a:solidFill>
                </a:rPr>
                <a:t>30%</a:t>
              </a:r>
              <a:r>
                <a:rPr lang="ja-JP" altLang="en-US" sz="1050">
                  <a:solidFill>
                    <a:sysClr val="windowText" lastClr="000000"/>
                  </a:solidFill>
                </a:rPr>
                <a:t>と仮定し、利益</a:t>
              </a:r>
              <a:r>
                <a:rPr lang="en-US" altLang="ja-JP" sz="1050">
                  <a:solidFill>
                    <a:sysClr val="windowText" lastClr="000000"/>
                  </a:solidFill>
                </a:rPr>
                <a:t>300</a:t>
              </a:r>
              <a:r>
                <a:rPr lang="ja-JP" altLang="en-US" sz="1050">
                  <a:solidFill>
                    <a:sysClr val="windowText" lastClr="000000"/>
                  </a:solidFill>
                </a:rPr>
                <a:t>万） → </a:t>
              </a:r>
              <a:r>
                <a:rPr lang="en-US" altLang="ja-JP" sz="1050">
                  <a:solidFill>
                    <a:sysClr val="windowText" lastClr="000000"/>
                  </a:solidFill>
                </a:rPr>
                <a:t>30</a:t>
              </a:r>
              <a:r>
                <a:rPr lang="ja-JP" altLang="en-US" sz="1050">
                  <a:solidFill>
                    <a:sysClr val="windowText" lastClr="000000"/>
                  </a:solidFill>
                </a:rPr>
                <a:t>万円を獲得メンバーに分配   </a:t>
              </a:r>
              <a:endParaRPr lang="en-US" altLang="ja-JP" sz="1050">
                <a:solidFill>
                  <a:sysClr val="windowText" lastClr="000000"/>
                </a:solidFill>
              </a:endParaRPr>
            </a:p>
          </p:txBody>
        </p:sp>
        <p:sp>
          <p:nvSpPr>
            <p:cNvPr id="99" name="正方形/長方形 98">
              <a:extLst>
                <a:ext uri="{FF2B5EF4-FFF2-40B4-BE49-F238E27FC236}">
                  <a16:creationId xmlns:a16="http://schemas.microsoft.com/office/drawing/2014/main" id="{C44C9317-B3E7-492C-DA21-07BB887C85A3}"/>
                </a:ext>
              </a:extLst>
            </p:cNvPr>
            <p:cNvSpPr/>
            <p:nvPr/>
          </p:nvSpPr>
          <p:spPr>
            <a:xfrm>
              <a:off x="10192423" y="3611098"/>
              <a:ext cx="1197433" cy="434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50">
                  <a:solidFill>
                    <a:sysClr val="windowText" lastClr="000000"/>
                  </a:solidFill>
                </a:rPr>
                <a:t>求職者年収</a:t>
              </a:r>
              <a:endParaRPr lang="en-US" altLang="ja-JP" sz="1050">
                <a:solidFill>
                  <a:sysClr val="windowText" lastClr="000000"/>
                </a:solidFill>
              </a:endParaRPr>
            </a:p>
            <a:p>
              <a:pPr algn="ctr"/>
              <a:r>
                <a:rPr lang="ja-JP" altLang="en-US" sz="1050">
                  <a:solidFill>
                    <a:sysClr val="windowText" lastClr="000000"/>
                  </a:solidFill>
                </a:rPr>
                <a:t>仲介手数料</a:t>
              </a:r>
            </a:p>
          </p:txBody>
        </p:sp>
        <p:sp>
          <p:nvSpPr>
            <p:cNvPr id="101" name="正方形/長方形 100">
              <a:extLst>
                <a:ext uri="{FF2B5EF4-FFF2-40B4-BE49-F238E27FC236}">
                  <a16:creationId xmlns:a16="http://schemas.microsoft.com/office/drawing/2014/main" id="{4C6E3F97-FCA6-71CE-7AF4-9267E984730F}"/>
                </a:ext>
              </a:extLst>
            </p:cNvPr>
            <p:cNvSpPr/>
            <p:nvPr/>
          </p:nvSpPr>
          <p:spPr>
            <a:xfrm>
              <a:off x="4236318" y="4109403"/>
              <a:ext cx="5866178" cy="434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sz="1050">
                  <a:solidFill>
                    <a:sysClr val="windowText" lastClr="000000"/>
                  </a:solidFill>
                </a:rPr>
                <a:t>月額収益の</a:t>
              </a:r>
              <a:r>
                <a:rPr lang="en-US" altLang="ja-JP" sz="1050">
                  <a:solidFill>
                    <a:sysClr val="windowText" lastClr="000000"/>
                  </a:solidFill>
                </a:rPr>
                <a:t>5%</a:t>
              </a:r>
              <a:r>
                <a:rPr lang="ja-JP" altLang="en-US" sz="1050">
                  <a:solidFill>
                    <a:sysClr val="windowText" lastClr="000000"/>
                  </a:solidFill>
                </a:rPr>
                <a:t>を毎四半期支給</a:t>
              </a:r>
              <a:br>
                <a:rPr lang="en-US" altLang="ja-JP" sz="1050">
                  <a:solidFill>
                    <a:sysClr val="windowText" lastClr="000000"/>
                  </a:solidFill>
                </a:rPr>
              </a:br>
              <a:r>
                <a:rPr lang="ja-JP" altLang="en-US" sz="1050">
                  <a:solidFill>
                    <a:sysClr val="windowText" lastClr="000000"/>
                  </a:solidFill>
                </a:rPr>
                <a:t>例）月</a:t>
              </a:r>
              <a:r>
                <a:rPr lang="en-US" altLang="ja-JP" sz="1050">
                  <a:solidFill>
                    <a:sysClr val="windowText" lastClr="000000"/>
                  </a:solidFill>
                </a:rPr>
                <a:t>100</a:t>
              </a:r>
              <a:r>
                <a:rPr lang="ja-JP" altLang="en-US" sz="1050">
                  <a:solidFill>
                    <a:sysClr val="windowText" lastClr="000000"/>
                  </a:solidFill>
                </a:rPr>
                <a:t>万円の利益 → </a:t>
              </a:r>
              <a:r>
                <a:rPr lang="en-US" altLang="ja-JP" sz="1050">
                  <a:solidFill>
                    <a:sysClr val="windowText" lastClr="000000"/>
                  </a:solidFill>
                </a:rPr>
                <a:t>5</a:t>
              </a:r>
              <a:r>
                <a:rPr lang="ja-JP" altLang="en-US" sz="1050">
                  <a:solidFill>
                    <a:sysClr val="windowText" lastClr="000000"/>
                  </a:solidFill>
                </a:rPr>
                <a:t>万円を参画メンバーに分配</a:t>
              </a:r>
              <a:endParaRPr lang="en-US" altLang="ja-JP" sz="1050">
                <a:solidFill>
                  <a:sysClr val="windowText" lastClr="000000"/>
                </a:solidFill>
              </a:endParaRPr>
            </a:p>
          </p:txBody>
        </p:sp>
        <p:sp>
          <p:nvSpPr>
            <p:cNvPr id="102" name="正方形/長方形 101">
              <a:extLst>
                <a:ext uri="{FF2B5EF4-FFF2-40B4-BE49-F238E27FC236}">
                  <a16:creationId xmlns:a16="http://schemas.microsoft.com/office/drawing/2014/main" id="{2E9B1804-2697-9296-3243-EB92163732DC}"/>
                </a:ext>
              </a:extLst>
            </p:cNvPr>
            <p:cNvSpPr/>
            <p:nvPr/>
          </p:nvSpPr>
          <p:spPr>
            <a:xfrm>
              <a:off x="10192423" y="4109403"/>
              <a:ext cx="1197433" cy="434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50">
                  <a:solidFill>
                    <a:sysClr val="windowText" lastClr="000000"/>
                  </a:solidFill>
                </a:rPr>
                <a:t>利益額</a:t>
              </a:r>
            </a:p>
          </p:txBody>
        </p:sp>
        <p:sp>
          <p:nvSpPr>
            <p:cNvPr id="104" name="正方形/長方形 103">
              <a:extLst>
                <a:ext uri="{FF2B5EF4-FFF2-40B4-BE49-F238E27FC236}">
                  <a16:creationId xmlns:a16="http://schemas.microsoft.com/office/drawing/2014/main" id="{73A9E5CF-7C10-CCB4-D1B6-B2C5C843236B}"/>
                </a:ext>
              </a:extLst>
            </p:cNvPr>
            <p:cNvSpPr/>
            <p:nvPr/>
          </p:nvSpPr>
          <p:spPr>
            <a:xfrm>
              <a:off x="4236318" y="5106013"/>
              <a:ext cx="5866178" cy="434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sz="1050">
                  <a:solidFill>
                    <a:sysClr val="windowText" lastClr="000000"/>
                  </a:solidFill>
                </a:rPr>
                <a:t>月額収益の</a:t>
              </a:r>
              <a:r>
                <a:rPr lang="en-US" altLang="ja-JP" sz="1050">
                  <a:solidFill>
                    <a:sysClr val="windowText" lastClr="000000"/>
                  </a:solidFill>
                </a:rPr>
                <a:t>5%</a:t>
              </a:r>
              <a:r>
                <a:rPr lang="ja-JP" altLang="en-US" sz="1050">
                  <a:solidFill>
                    <a:sysClr val="windowText" lastClr="000000"/>
                  </a:solidFill>
                </a:rPr>
                <a:t>を毎四半期支給</a:t>
              </a:r>
              <a:br>
                <a:rPr lang="en-US" altLang="ja-JP" sz="1050">
                  <a:solidFill>
                    <a:sysClr val="windowText" lastClr="000000"/>
                  </a:solidFill>
                </a:rPr>
              </a:br>
              <a:r>
                <a:rPr lang="ja-JP" altLang="en-US" sz="1050">
                  <a:solidFill>
                    <a:sysClr val="windowText" lastClr="000000"/>
                  </a:solidFill>
                </a:rPr>
                <a:t>例）月額</a:t>
              </a:r>
              <a:r>
                <a:rPr lang="en-US" altLang="ja-JP" sz="1050">
                  <a:solidFill>
                    <a:sysClr val="windowText" lastClr="000000"/>
                  </a:solidFill>
                </a:rPr>
                <a:t>100</a:t>
              </a:r>
              <a:r>
                <a:rPr lang="ja-JP" altLang="en-US" sz="1050">
                  <a:solidFill>
                    <a:sysClr val="windowText" lastClr="000000"/>
                  </a:solidFill>
                </a:rPr>
                <a:t>万円の利益 → </a:t>
              </a:r>
              <a:r>
                <a:rPr lang="en-US" altLang="ja-JP" sz="1050">
                  <a:solidFill>
                    <a:sysClr val="windowText" lastClr="000000"/>
                  </a:solidFill>
                </a:rPr>
                <a:t>5</a:t>
              </a:r>
              <a:r>
                <a:rPr lang="ja-JP" altLang="en-US" sz="1050">
                  <a:solidFill>
                    <a:sysClr val="windowText" lastClr="000000"/>
                  </a:solidFill>
                </a:rPr>
                <a:t>万円を参画メンバーに分配</a:t>
              </a:r>
              <a:endParaRPr lang="en-US" altLang="ja-JP" sz="1050">
                <a:solidFill>
                  <a:sysClr val="windowText" lastClr="000000"/>
                </a:solidFill>
              </a:endParaRPr>
            </a:p>
            <a:p>
              <a:r>
                <a:rPr lang="ja-JP" altLang="en-US" sz="1050">
                  <a:solidFill>
                    <a:sysClr val="windowText" lastClr="000000"/>
                  </a:solidFill>
                </a:rPr>
                <a:t>呼んで来た人に対して、原価＋</a:t>
              </a:r>
              <a:r>
                <a:rPr lang="en-US" altLang="ja-JP" sz="1050">
                  <a:solidFill>
                    <a:sysClr val="windowText" lastClr="000000"/>
                  </a:solidFill>
                </a:rPr>
                <a:t>20%</a:t>
              </a:r>
              <a:r>
                <a:rPr lang="ja-JP" altLang="en-US" sz="1050">
                  <a:solidFill>
                    <a:sysClr val="windowText" lastClr="000000"/>
                  </a:solidFill>
                </a:rPr>
                <a:t>を引いた金額の残りをキャッシュバック</a:t>
              </a:r>
              <a:endParaRPr lang="en-US" altLang="ja-JP" sz="1050">
                <a:solidFill>
                  <a:sysClr val="windowText" lastClr="000000"/>
                </a:solidFill>
              </a:endParaRPr>
            </a:p>
          </p:txBody>
        </p:sp>
        <p:sp>
          <p:nvSpPr>
            <p:cNvPr id="105" name="正方形/長方形 104">
              <a:extLst>
                <a:ext uri="{FF2B5EF4-FFF2-40B4-BE49-F238E27FC236}">
                  <a16:creationId xmlns:a16="http://schemas.microsoft.com/office/drawing/2014/main" id="{90C7D59E-7653-5CB0-8898-BD5AF1AB0778}"/>
                </a:ext>
              </a:extLst>
            </p:cNvPr>
            <p:cNvSpPr/>
            <p:nvPr/>
          </p:nvSpPr>
          <p:spPr>
            <a:xfrm>
              <a:off x="10192423" y="5105265"/>
              <a:ext cx="1197433" cy="434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50">
                  <a:solidFill>
                    <a:sysClr val="windowText" lastClr="000000"/>
                  </a:solidFill>
                </a:rPr>
                <a:t>利益額</a:t>
              </a:r>
            </a:p>
          </p:txBody>
        </p:sp>
        <p:sp>
          <p:nvSpPr>
            <p:cNvPr id="107" name="正方形/長方形 106">
              <a:extLst>
                <a:ext uri="{FF2B5EF4-FFF2-40B4-BE49-F238E27FC236}">
                  <a16:creationId xmlns:a16="http://schemas.microsoft.com/office/drawing/2014/main" id="{71026DE6-6E54-B3A5-71C5-04E6C5EBD824}"/>
                </a:ext>
              </a:extLst>
            </p:cNvPr>
            <p:cNvSpPr/>
            <p:nvPr/>
          </p:nvSpPr>
          <p:spPr>
            <a:xfrm>
              <a:off x="4236318" y="5603296"/>
              <a:ext cx="5866178" cy="434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sz="1050">
                  <a:solidFill>
                    <a:sysClr val="windowText" lastClr="000000"/>
                  </a:solidFill>
                </a:rPr>
                <a:t>月額収益の</a:t>
              </a:r>
              <a:r>
                <a:rPr lang="en-US" altLang="ja-JP" sz="1050">
                  <a:solidFill>
                    <a:sysClr val="windowText" lastClr="000000"/>
                  </a:solidFill>
                </a:rPr>
                <a:t>5%</a:t>
              </a:r>
              <a:r>
                <a:rPr lang="ja-JP" altLang="en-US" sz="1050">
                  <a:solidFill>
                    <a:sysClr val="windowText" lastClr="000000"/>
                  </a:solidFill>
                </a:rPr>
                <a:t>を毎四半期支給</a:t>
              </a:r>
              <a:br>
                <a:rPr lang="en-US" altLang="ja-JP" sz="1050">
                  <a:solidFill>
                    <a:sysClr val="windowText" lastClr="000000"/>
                  </a:solidFill>
                </a:rPr>
              </a:br>
              <a:r>
                <a:rPr lang="ja-JP" altLang="en-US" sz="1050">
                  <a:solidFill>
                    <a:sysClr val="windowText" lastClr="000000"/>
                  </a:solidFill>
                </a:rPr>
                <a:t>例）月</a:t>
              </a:r>
              <a:r>
                <a:rPr lang="en-US" altLang="ja-JP" sz="1050">
                  <a:solidFill>
                    <a:sysClr val="windowText" lastClr="000000"/>
                  </a:solidFill>
                </a:rPr>
                <a:t>100</a:t>
              </a:r>
              <a:r>
                <a:rPr lang="ja-JP" altLang="en-US" sz="1050">
                  <a:solidFill>
                    <a:sysClr val="windowText" lastClr="000000"/>
                  </a:solidFill>
                </a:rPr>
                <a:t>万円の利益 → </a:t>
              </a:r>
              <a:r>
                <a:rPr lang="en-US" altLang="ja-JP" sz="1050">
                  <a:solidFill>
                    <a:sysClr val="windowText" lastClr="000000"/>
                  </a:solidFill>
                </a:rPr>
                <a:t>5</a:t>
              </a:r>
              <a:r>
                <a:rPr lang="ja-JP" altLang="en-US" sz="1050">
                  <a:solidFill>
                    <a:sysClr val="windowText" lastClr="000000"/>
                  </a:solidFill>
                </a:rPr>
                <a:t>万円を参画メンバーに分配 </a:t>
              </a:r>
              <a:r>
                <a:rPr lang="en-US" altLang="ja-JP" sz="1050">
                  <a:solidFill>
                    <a:sysClr val="windowText" lastClr="000000"/>
                  </a:solidFill>
                </a:rPr>
                <a:t>※</a:t>
              </a:r>
              <a:r>
                <a:rPr lang="ja-JP" altLang="en-US" sz="1050">
                  <a:solidFill>
                    <a:sysClr val="windowText" lastClr="000000"/>
                  </a:solidFill>
                </a:rPr>
                <a:t>キャストのインセンティブは別</a:t>
              </a:r>
              <a:endParaRPr lang="en-US" altLang="ja-JP" sz="1050">
                <a:solidFill>
                  <a:sysClr val="windowText" lastClr="000000"/>
                </a:solidFill>
              </a:endParaRPr>
            </a:p>
          </p:txBody>
        </p:sp>
        <p:sp>
          <p:nvSpPr>
            <p:cNvPr id="108" name="正方形/長方形 107">
              <a:extLst>
                <a:ext uri="{FF2B5EF4-FFF2-40B4-BE49-F238E27FC236}">
                  <a16:creationId xmlns:a16="http://schemas.microsoft.com/office/drawing/2014/main" id="{82B73B57-1B30-B3CA-6DD0-66A6EB33D72D}"/>
                </a:ext>
              </a:extLst>
            </p:cNvPr>
            <p:cNvSpPr/>
            <p:nvPr/>
          </p:nvSpPr>
          <p:spPr>
            <a:xfrm>
              <a:off x="10192423" y="5603296"/>
              <a:ext cx="1197433" cy="434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50">
                  <a:solidFill>
                    <a:sysClr val="windowText" lastClr="000000"/>
                  </a:solidFill>
                </a:rPr>
                <a:t>利益額</a:t>
              </a:r>
            </a:p>
          </p:txBody>
        </p:sp>
        <p:sp>
          <p:nvSpPr>
            <p:cNvPr id="113" name="正方形/長方形 112">
              <a:extLst>
                <a:ext uri="{FF2B5EF4-FFF2-40B4-BE49-F238E27FC236}">
                  <a16:creationId xmlns:a16="http://schemas.microsoft.com/office/drawing/2014/main" id="{50CB4F52-DCB1-A061-9942-7908FC2B08DE}"/>
                </a:ext>
              </a:extLst>
            </p:cNvPr>
            <p:cNvSpPr/>
            <p:nvPr/>
          </p:nvSpPr>
          <p:spPr>
            <a:xfrm>
              <a:off x="779835" y="2116183"/>
              <a:ext cx="340305" cy="2925238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6350">
              <a:solidFill>
                <a:srgbClr val="215C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400">
                  <a:solidFill>
                    <a:schemeClr val="bg1"/>
                  </a:solidFill>
                </a:rPr>
                <a:t>I</a:t>
              </a:r>
              <a:br>
                <a:rPr kumimoji="1" lang="en-US" altLang="ja-JP" sz="1400">
                  <a:solidFill>
                    <a:schemeClr val="bg1"/>
                  </a:solidFill>
                </a:rPr>
              </a:br>
              <a:r>
                <a:rPr kumimoji="1" lang="en-US" altLang="ja-JP" sz="1400">
                  <a:solidFill>
                    <a:schemeClr val="bg1"/>
                  </a:solidFill>
                </a:rPr>
                <a:t>M</a:t>
              </a:r>
              <a:br>
                <a:rPr kumimoji="1" lang="en-US" altLang="ja-JP" sz="1400">
                  <a:solidFill>
                    <a:schemeClr val="bg1"/>
                  </a:solidFill>
                </a:rPr>
              </a:br>
              <a:r>
                <a:rPr kumimoji="1" lang="en-US" altLang="ja-JP" sz="1400">
                  <a:solidFill>
                    <a:schemeClr val="bg1"/>
                  </a:solidFill>
                </a:rPr>
                <a:t>S</a:t>
              </a:r>
            </a:p>
          </p:txBody>
        </p:sp>
        <p:sp>
          <p:nvSpPr>
            <p:cNvPr id="114" name="正方形/長方形 113">
              <a:extLst>
                <a:ext uri="{FF2B5EF4-FFF2-40B4-BE49-F238E27FC236}">
                  <a16:creationId xmlns:a16="http://schemas.microsoft.com/office/drawing/2014/main" id="{A47A5CB1-2CC5-148A-4167-15BE96841C97}"/>
                </a:ext>
              </a:extLst>
            </p:cNvPr>
            <p:cNvSpPr/>
            <p:nvPr/>
          </p:nvSpPr>
          <p:spPr>
            <a:xfrm>
              <a:off x="1203977" y="2116183"/>
              <a:ext cx="1661144" cy="43473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6350">
              <a:solidFill>
                <a:srgbClr val="215C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>
                  <a:solidFill>
                    <a:schemeClr val="bg1"/>
                  </a:solidFill>
                </a:rPr>
                <a:t>コンサルティング</a:t>
              </a:r>
              <a:r>
                <a:rPr lang="ja-JP" altLang="en-US" sz="1200">
                  <a:solidFill>
                    <a:schemeClr val="bg1"/>
                  </a:solidFill>
                </a:rPr>
                <a:t>事業</a:t>
              </a:r>
              <a:endParaRPr kumimoji="1" lang="ja-JP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15" name="正方形/長方形 114">
              <a:extLst>
                <a:ext uri="{FF2B5EF4-FFF2-40B4-BE49-F238E27FC236}">
                  <a16:creationId xmlns:a16="http://schemas.microsoft.com/office/drawing/2014/main" id="{59C80F95-2493-326C-7F7E-8FBC5E9482EE}"/>
                </a:ext>
              </a:extLst>
            </p:cNvPr>
            <p:cNvSpPr/>
            <p:nvPr/>
          </p:nvSpPr>
          <p:spPr>
            <a:xfrm>
              <a:off x="779835" y="5106013"/>
              <a:ext cx="340305" cy="932017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6350">
              <a:solidFill>
                <a:srgbClr val="215C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400">
                  <a:solidFill>
                    <a:schemeClr val="bg1"/>
                  </a:solidFill>
                </a:rPr>
                <a:t>N’s</a:t>
              </a:r>
              <a:endParaRPr kumimoji="1" lang="ja-JP" altLang="en-US" sz="1400">
                <a:solidFill>
                  <a:schemeClr val="bg1"/>
                </a:solidFill>
              </a:endParaRPr>
            </a:p>
          </p:txBody>
        </p:sp>
        <p:sp>
          <p:nvSpPr>
            <p:cNvPr id="116" name="正方形/長方形 115">
              <a:extLst>
                <a:ext uri="{FF2B5EF4-FFF2-40B4-BE49-F238E27FC236}">
                  <a16:creationId xmlns:a16="http://schemas.microsoft.com/office/drawing/2014/main" id="{82A4451E-2B91-55F4-382B-2B0A15EDB4F6}"/>
                </a:ext>
              </a:extLst>
            </p:cNvPr>
            <p:cNvSpPr/>
            <p:nvPr/>
          </p:nvSpPr>
          <p:spPr>
            <a:xfrm>
              <a:off x="1203977" y="2614488"/>
              <a:ext cx="1661144" cy="43473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6350">
              <a:solidFill>
                <a:srgbClr val="215C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>
                  <a:solidFill>
                    <a:schemeClr val="bg1"/>
                  </a:solidFill>
                </a:rPr>
                <a:t>システム開発・運用事業</a:t>
              </a:r>
            </a:p>
          </p:txBody>
        </p:sp>
        <p:sp>
          <p:nvSpPr>
            <p:cNvPr id="117" name="正方形/長方形 116">
              <a:extLst>
                <a:ext uri="{FF2B5EF4-FFF2-40B4-BE49-F238E27FC236}">
                  <a16:creationId xmlns:a16="http://schemas.microsoft.com/office/drawing/2014/main" id="{CA433119-1695-CFD8-B5E4-0068C383E0E1}"/>
                </a:ext>
              </a:extLst>
            </p:cNvPr>
            <p:cNvSpPr/>
            <p:nvPr/>
          </p:nvSpPr>
          <p:spPr>
            <a:xfrm>
              <a:off x="1203977" y="3112793"/>
              <a:ext cx="1661144" cy="43473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6350">
              <a:solidFill>
                <a:srgbClr val="215C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>
                  <a:solidFill>
                    <a:schemeClr val="bg1"/>
                  </a:solidFill>
                </a:rPr>
                <a:t>海外輸出事業</a:t>
              </a:r>
            </a:p>
          </p:txBody>
        </p:sp>
        <p:sp>
          <p:nvSpPr>
            <p:cNvPr id="118" name="正方形/長方形 117">
              <a:extLst>
                <a:ext uri="{FF2B5EF4-FFF2-40B4-BE49-F238E27FC236}">
                  <a16:creationId xmlns:a16="http://schemas.microsoft.com/office/drawing/2014/main" id="{08614EB5-D749-5D5A-1708-537E45E21629}"/>
                </a:ext>
              </a:extLst>
            </p:cNvPr>
            <p:cNvSpPr/>
            <p:nvPr/>
          </p:nvSpPr>
          <p:spPr>
            <a:xfrm>
              <a:off x="1203977" y="3611098"/>
              <a:ext cx="1661144" cy="43473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6350">
              <a:solidFill>
                <a:srgbClr val="215C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>
                  <a:solidFill>
                    <a:schemeClr val="bg1"/>
                  </a:solidFill>
                </a:rPr>
                <a:t>人材紹介事業</a:t>
              </a:r>
              <a:br>
                <a:rPr kumimoji="1" lang="en-US" altLang="ja-JP" sz="1200">
                  <a:solidFill>
                    <a:schemeClr val="bg1"/>
                  </a:solidFill>
                </a:rPr>
              </a:br>
              <a:r>
                <a:rPr kumimoji="1" lang="ja-JP" altLang="en-US" sz="1200">
                  <a:solidFill>
                    <a:schemeClr val="bg1"/>
                  </a:solidFill>
                </a:rPr>
                <a:t>（高単価プロシェア）</a:t>
              </a:r>
            </a:p>
          </p:txBody>
        </p:sp>
        <p:sp>
          <p:nvSpPr>
            <p:cNvPr id="119" name="正方形/長方形 118">
              <a:extLst>
                <a:ext uri="{FF2B5EF4-FFF2-40B4-BE49-F238E27FC236}">
                  <a16:creationId xmlns:a16="http://schemas.microsoft.com/office/drawing/2014/main" id="{C281E955-53EE-7EF2-C633-2D012CF9D0CF}"/>
                </a:ext>
              </a:extLst>
            </p:cNvPr>
            <p:cNvSpPr/>
            <p:nvPr/>
          </p:nvSpPr>
          <p:spPr>
            <a:xfrm>
              <a:off x="1203977" y="4109403"/>
              <a:ext cx="1661144" cy="43473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6350">
              <a:solidFill>
                <a:srgbClr val="215C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200">
                  <a:solidFill>
                    <a:schemeClr val="bg1"/>
                  </a:solidFill>
                </a:rPr>
                <a:t>不動産事業</a:t>
              </a:r>
              <a:endParaRPr kumimoji="1" lang="ja-JP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21" name="正方形/長方形 120">
              <a:extLst>
                <a:ext uri="{FF2B5EF4-FFF2-40B4-BE49-F238E27FC236}">
                  <a16:creationId xmlns:a16="http://schemas.microsoft.com/office/drawing/2014/main" id="{EA071A6C-375E-F627-CD0F-1DE8AD025429}"/>
                </a:ext>
              </a:extLst>
            </p:cNvPr>
            <p:cNvSpPr/>
            <p:nvPr/>
          </p:nvSpPr>
          <p:spPr>
            <a:xfrm>
              <a:off x="1203977" y="4606686"/>
              <a:ext cx="1661144" cy="43473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6350">
              <a:solidFill>
                <a:srgbClr val="215C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>
                  <a:solidFill>
                    <a:schemeClr val="bg1"/>
                  </a:solidFill>
                </a:rPr>
                <a:t>エンタメ事業</a:t>
              </a:r>
            </a:p>
          </p:txBody>
        </p:sp>
        <p:sp>
          <p:nvSpPr>
            <p:cNvPr id="122" name="正方形/長方形 121">
              <a:extLst>
                <a:ext uri="{FF2B5EF4-FFF2-40B4-BE49-F238E27FC236}">
                  <a16:creationId xmlns:a16="http://schemas.microsoft.com/office/drawing/2014/main" id="{1616F572-5F3A-0AC9-B723-096573030F5D}"/>
                </a:ext>
              </a:extLst>
            </p:cNvPr>
            <p:cNvSpPr/>
            <p:nvPr/>
          </p:nvSpPr>
          <p:spPr>
            <a:xfrm>
              <a:off x="1203977" y="5106013"/>
              <a:ext cx="1661144" cy="43473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6350">
              <a:solidFill>
                <a:srgbClr val="215C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>
                  <a:solidFill>
                    <a:schemeClr val="bg1"/>
                  </a:solidFill>
                </a:rPr>
                <a:t>飲食事業</a:t>
              </a:r>
            </a:p>
          </p:txBody>
        </p:sp>
        <p:sp>
          <p:nvSpPr>
            <p:cNvPr id="123" name="正方形/長方形 122">
              <a:extLst>
                <a:ext uri="{FF2B5EF4-FFF2-40B4-BE49-F238E27FC236}">
                  <a16:creationId xmlns:a16="http://schemas.microsoft.com/office/drawing/2014/main" id="{B8478EFB-BF24-10A8-FC43-8F92E5C42346}"/>
                </a:ext>
              </a:extLst>
            </p:cNvPr>
            <p:cNvSpPr/>
            <p:nvPr/>
          </p:nvSpPr>
          <p:spPr>
            <a:xfrm>
              <a:off x="1203977" y="5603296"/>
              <a:ext cx="1661144" cy="43473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6350">
              <a:solidFill>
                <a:srgbClr val="215C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>
                  <a:solidFill>
                    <a:schemeClr val="bg1"/>
                  </a:solidFill>
                </a:rPr>
                <a:t>エステ事業</a:t>
              </a:r>
            </a:p>
          </p:txBody>
        </p:sp>
        <p:sp>
          <p:nvSpPr>
            <p:cNvPr id="126" name="正方形/長方形 125">
              <a:extLst>
                <a:ext uri="{FF2B5EF4-FFF2-40B4-BE49-F238E27FC236}">
                  <a16:creationId xmlns:a16="http://schemas.microsoft.com/office/drawing/2014/main" id="{ABA75FAF-E5AF-9988-0ED8-2A942222AAAC}"/>
                </a:ext>
              </a:extLst>
            </p:cNvPr>
            <p:cNvSpPr/>
            <p:nvPr/>
          </p:nvSpPr>
          <p:spPr>
            <a:xfrm>
              <a:off x="2948958" y="2116183"/>
              <a:ext cx="1197433" cy="434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50">
                  <a:solidFill>
                    <a:sysClr val="windowText" lastClr="000000"/>
                  </a:solidFill>
                </a:rPr>
                <a:t>案件獲得</a:t>
              </a:r>
            </a:p>
          </p:txBody>
        </p:sp>
        <p:sp>
          <p:nvSpPr>
            <p:cNvPr id="127" name="正方形/長方形 126">
              <a:extLst>
                <a:ext uri="{FF2B5EF4-FFF2-40B4-BE49-F238E27FC236}">
                  <a16:creationId xmlns:a16="http://schemas.microsoft.com/office/drawing/2014/main" id="{7E774B8C-F261-A342-FD3F-71405C4B2E82}"/>
                </a:ext>
              </a:extLst>
            </p:cNvPr>
            <p:cNvSpPr/>
            <p:nvPr/>
          </p:nvSpPr>
          <p:spPr>
            <a:xfrm>
              <a:off x="2948958" y="2614488"/>
              <a:ext cx="1197433" cy="434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50">
                  <a:solidFill>
                    <a:sysClr val="windowText" lastClr="000000"/>
                  </a:solidFill>
                </a:rPr>
                <a:t>運用継続</a:t>
              </a:r>
            </a:p>
          </p:txBody>
        </p:sp>
        <p:sp>
          <p:nvSpPr>
            <p:cNvPr id="128" name="正方形/長方形 127">
              <a:extLst>
                <a:ext uri="{FF2B5EF4-FFF2-40B4-BE49-F238E27FC236}">
                  <a16:creationId xmlns:a16="http://schemas.microsoft.com/office/drawing/2014/main" id="{B273B410-1AC4-D66C-E5EC-9C9AB801D432}"/>
                </a:ext>
              </a:extLst>
            </p:cNvPr>
            <p:cNvSpPr/>
            <p:nvPr/>
          </p:nvSpPr>
          <p:spPr>
            <a:xfrm>
              <a:off x="2948958" y="3112793"/>
              <a:ext cx="1197433" cy="434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50">
                  <a:solidFill>
                    <a:sysClr val="windowText" lastClr="000000"/>
                  </a:solidFill>
                </a:rPr>
                <a:t>月間売上</a:t>
              </a:r>
            </a:p>
          </p:txBody>
        </p:sp>
        <p:sp>
          <p:nvSpPr>
            <p:cNvPr id="129" name="正方形/長方形 128">
              <a:extLst>
                <a:ext uri="{FF2B5EF4-FFF2-40B4-BE49-F238E27FC236}">
                  <a16:creationId xmlns:a16="http://schemas.microsoft.com/office/drawing/2014/main" id="{BB5C9DC9-5DC1-4419-1A4E-C20D36F6ED3E}"/>
                </a:ext>
              </a:extLst>
            </p:cNvPr>
            <p:cNvSpPr/>
            <p:nvPr/>
          </p:nvSpPr>
          <p:spPr>
            <a:xfrm>
              <a:off x="2948958" y="3611098"/>
              <a:ext cx="1197433" cy="434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50">
                  <a:solidFill>
                    <a:sysClr val="windowText" lastClr="000000"/>
                  </a:solidFill>
                </a:rPr>
                <a:t>紹介成約</a:t>
              </a:r>
            </a:p>
          </p:txBody>
        </p:sp>
        <p:sp>
          <p:nvSpPr>
            <p:cNvPr id="130" name="正方形/長方形 129">
              <a:extLst>
                <a:ext uri="{FF2B5EF4-FFF2-40B4-BE49-F238E27FC236}">
                  <a16:creationId xmlns:a16="http://schemas.microsoft.com/office/drawing/2014/main" id="{0BE6E4AD-9984-8C91-84F7-4056DF2F2176}"/>
                </a:ext>
              </a:extLst>
            </p:cNvPr>
            <p:cNvSpPr/>
            <p:nvPr/>
          </p:nvSpPr>
          <p:spPr>
            <a:xfrm>
              <a:off x="2948958" y="4109403"/>
              <a:ext cx="1197433" cy="434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50">
                  <a:solidFill>
                    <a:sysClr val="windowText" lastClr="000000"/>
                  </a:solidFill>
                </a:rPr>
                <a:t>売買成約</a:t>
              </a:r>
            </a:p>
          </p:txBody>
        </p:sp>
        <p:sp>
          <p:nvSpPr>
            <p:cNvPr id="131" name="正方形/長方形 130">
              <a:extLst>
                <a:ext uri="{FF2B5EF4-FFF2-40B4-BE49-F238E27FC236}">
                  <a16:creationId xmlns:a16="http://schemas.microsoft.com/office/drawing/2014/main" id="{B90DC182-A795-B72F-B765-7FC0A0C125D0}"/>
                </a:ext>
              </a:extLst>
            </p:cNvPr>
            <p:cNvSpPr/>
            <p:nvPr/>
          </p:nvSpPr>
          <p:spPr>
            <a:xfrm>
              <a:off x="2948958" y="5106926"/>
              <a:ext cx="1197433" cy="434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50">
                  <a:solidFill>
                    <a:sysClr val="windowText" lastClr="000000"/>
                  </a:solidFill>
                </a:rPr>
                <a:t>月間売上</a:t>
              </a:r>
              <a:endParaRPr lang="en-US" altLang="ja-JP" sz="1050">
                <a:solidFill>
                  <a:sysClr val="windowText" lastClr="000000"/>
                </a:solidFill>
              </a:endParaRPr>
            </a:p>
            <a:p>
              <a:pPr algn="ctr"/>
              <a:r>
                <a:rPr lang="ja-JP" altLang="en-US" sz="1050">
                  <a:solidFill>
                    <a:sysClr val="windowText" lastClr="000000"/>
                  </a:solidFill>
                </a:rPr>
                <a:t>集客</a:t>
              </a:r>
            </a:p>
          </p:txBody>
        </p:sp>
        <p:sp>
          <p:nvSpPr>
            <p:cNvPr id="132" name="正方形/長方形 131">
              <a:extLst>
                <a:ext uri="{FF2B5EF4-FFF2-40B4-BE49-F238E27FC236}">
                  <a16:creationId xmlns:a16="http://schemas.microsoft.com/office/drawing/2014/main" id="{7FB34B03-519A-99DE-3D4E-49E9DEC96AC7}"/>
                </a:ext>
              </a:extLst>
            </p:cNvPr>
            <p:cNvSpPr/>
            <p:nvPr/>
          </p:nvSpPr>
          <p:spPr>
            <a:xfrm>
              <a:off x="2948958" y="5603296"/>
              <a:ext cx="1197433" cy="434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50">
                  <a:solidFill>
                    <a:sysClr val="windowText" lastClr="000000"/>
                  </a:solidFill>
                </a:rPr>
                <a:t>月間売上</a:t>
              </a:r>
            </a:p>
          </p:txBody>
        </p:sp>
        <p:sp>
          <p:nvSpPr>
            <p:cNvPr id="133" name="正方形/長方形 132">
              <a:extLst>
                <a:ext uri="{FF2B5EF4-FFF2-40B4-BE49-F238E27FC236}">
                  <a16:creationId xmlns:a16="http://schemas.microsoft.com/office/drawing/2014/main" id="{05E8F054-A809-DDC8-A9FA-D76A41B87A4A}"/>
                </a:ext>
              </a:extLst>
            </p:cNvPr>
            <p:cNvSpPr/>
            <p:nvPr/>
          </p:nvSpPr>
          <p:spPr>
            <a:xfrm>
              <a:off x="4236318" y="4605773"/>
              <a:ext cx="5866178" cy="434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sz="1050">
                  <a:solidFill>
                    <a:sysClr val="windowText" lastClr="000000"/>
                  </a:solidFill>
                </a:rPr>
                <a:t>月額収益の</a:t>
              </a:r>
              <a:r>
                <a:rPr lang="en-US" altLang="ja-JP" sz="1050">
                  <a:solidFill>
                    <a:sysClr val="windowText" lastClr="000000"/>
                  </a:solidFill>
                </a:rPr>
                <a:t>5%</a:t>
              </a:r>
              <a:r>
                <a:rPr lang="ja-JP" altLang="en-US" sz="1050">
                  <a:solidFill>
                    <a:sysClr val="windowText" lastClr="000000"/>
                  </a:solidFill>
                </a:rPr>
                <a:t>を毎四半期支給</a:t>
              </a:r>
              <a:br>
                <a:rPr lang="en-US" altLang="ja-JP" sz="1050">
                  <a:solidFill>
                    <a:sysClr val="windowText" lastClr="000000"/>
                  </a:solidFill>
                </a:rPr>
              </a:br>
              <a:r>
                <a:rPr lang="ja-JP" altLang="en-US" sz="1050">
                  <a:solidFill>
                    <a:sysClr val="windowText" lastClr="000000"/>
                  </a:solidFill>
                </a:rPr>
                <a:t>例）月額</a:t>
              </a:r>
              <a:r>
                <a:rPr lang="en-US" altLang="ja-JP" sz="1050">
                  <a:solidFill>
                    <a:sysClr val="windowText" lastClr="000000"/>
                  </a:solidFill>
                </a:rPr>
                <a:t>100</a:t>
              </a:r>
              <a:r>
                <a:rPr lang="ja-JP" altLang="en-US" sz="1050">
                  <a:solidFill>
                    <a:sysClr val="windowText" lastClr="000000"/>
                  </a:solidFill>
                </a:rPr>
                <a:t>万円の利益 → </a:t>
              </a:r>
              <a:r>
                <a:rPr lang="en-US" altLang="ja-JP" sz="1050">
                  <a:solidFill>
                    <a:sysClr val="windowText" lastClr="000000"/>
                  </a:solidFill>
                </a:rPr>
                <a:t>5</a:t>
              </a:r>
              <a:r>
                <a:rPr lang="ja-JP" altLang="en-US" sz="1050">
                  <a:solidFill>
                    <a:sysClr val="windowText" lastClr="000000"/>
                  </a:solidFill>
                </a:rPr>
                <a:t>万円を参画メンバーに分配</a:t>
              </a:r>
              <a:endParaRPr lang="en-US" altLang="ja-JP" sz="1050">
                <a:solidFill>
                  <a:sysClr val="windowText" lastClr="000000"/>
                </a:solidFill>
              </a:endParaRPr>
            </a:p>
          </p:txBody>
        </p:sp>
        <p:sp>
          <p:nvSpPr>
            <p:cNvPr id="134" name="正方形/長方形 133">
              <a:extLst>
                <a:ext uri="{FF2B5EF4-FFF2-40B4-BE49-F238E27FC236}">
                  <a16:creationId xmlns:a16="http://schemas.microsoft.com/office/drawing/2014/main" id="{5DB9D995-5E04-C53B-E931-9F562329527D}"/>
                </a:ext>
              </a:extLst>
            </p:cNvPr>
            <p:cNvSpPr/>
            <p:nvPr/>
          </p:nvSpPr>
          <p:spPr>
            <a:xfrm>
              <a:off x="10192423" y="4605025"/>
              <a:ext cx="1197433" cy="434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50">
                  <a:solidFill>
                    <a:sysClr val="windowText" lastClr="000000"/>
                  </a:solidFill>
                </a:rPr>
                <a:t>利益額</a:t>
              </a:r>
            </a:p>
          </p:txBody>
        </p:sp>
        <p:sp>
          <p:nvSpPr>
            <p:cNvPr id="135" name="正方形/長方形 134">
              <a:extLst>
                <a:ext uri="{FF2B5EF4-FFF2-40B4-BE49-F238E27FC236}">
                  <a16:creationId xmlns:a16="http://schemas.microsoft.com/office/drawing/2014/main" id="{66EDD352-6C2B-36B7-37C1-CBA4099F0EE0}"/>
                </a:ext>
              </a:extLst>
            </p:cNvPr>
            <p:cNvSpPr/>
            <p:nvPr/>
          </p:nvSpPr>
          <p:spPr>
            <a:xfrm>
              <a:off x="2948958" y="4606686"/>
              <a:ext cx="1197433" cy="434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50">
                  <a:solidFill>
                    <a:sysClr val="windowText" lastClr="000000"/>
                  </a:solidFill>
                </a:rPr>
                <a:t>月間売上</a:t>
              </a:r>
            </a:p>
          </p:txBody>
        </p:sp>
      </p:grp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8DEEA19-7B72-B56D-9182-855DE11ED1AD}"/>
              </a:ext>
            </a:extLst>
          </p:cNvPr>
          <p:cNvSpPr/>
          <p:nvPr/>
        </p:nvSpPr>
        <p:spPr>
          <a:xfrm>
            <a:off x="4230228" y="2101952"/>
            <a:ext cx="7159628" cy="4283608"/>
          </a:xfrm>
          <a:prstGeom prst="rect">
            <a:avLst/>
          </a:prstGeom>
          <a:solidFill>
            <a:schemeClr val="bg2">
              <a:lumMod val="90000"/>
              <a:alpha val="98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ysClr val="windowText" lastClr="000000"/>
                </a:solidFill>
              </a:rPr>
              <a:t>現在</a:t>
            </a:r>
            <a:r>
              <a:rPr lang="ja-JP" altLang="en-US">
                <a:solidFill>
                  <a:sysClr val="windowText" lastClr="000000"/>
                </a:solidFill>
              </a:rPr>
              <a:t>整理中</a:t>
            </a:r>
            <a:endParaRPr kumimoji="1" lang="en-US" altLang="ja-JP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9539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eiryo UI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rgbClr val="215C96"/>
          </a:solidFill>
        </a:ln>
      </a:spPr>
      <a:bodyPr rtlCol="0" anchor="ctr"/>
      <a:lstStyle>
        <a:defPPr algn="ctr">
          <a:defRPr kumimoji="1" dirty="0" smtClean="0">
            <a:solidFill>
              <a:sysClr val="windowText" lastClr="0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5D402C4C94F8874392D4434E9C075582" ma:contentTypeVersion="13" ma:contentTypeDescription="新しいドキュメントを作成します。" ma:contentTypeScope="" ma:versionID="fccdb9f4612fa3bcad94a32c4d688658">
  <xsd:schema xmlns:xsd="http://www.w3.org/2001/XMLSchema" xmlns:xs="http://www.w3.org/2001/XMLSchema" xmlns:p="http://schemas.microsoft.com/office/2006/metadata/properties" xmlns:ns2="af1818f5-bf13-45ec-85b2-b534edfa0e26" xmlns:ns3="ebc239ba-503b-40ba-bc95-f44391189fc3" targetNamespace="http://schemas.microsoft.com/office/2006/metadata/properties" ma:root="true" ma:fieldsID="899dd4c6cdd4fe5f897501d26d641b3b" ns2:_="" ns3:_="">
    <xsd:import namespace="af1818f5-bf13-45ec-85b2-b534edfa0e26"/>
    <xsd:import namespace="ebc239ba-503b-40ba-bc95-f44391189fc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1818f5-bf13-45ec-85b2-b534edfa0e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90619b2d-4af2-47cc-b068-5018ecc7bf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c239ba-503b-40ba-bc95-f44391189fc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dd4a03b-e4d1-45a1-a37e-c33b6e411bce}" ma:internalName="TaxCatchAll" ma:showField="CatchAllData" ma:web="ebc239ba-503b-40ba-bc95-f44391189fc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f1818f5-bf13-45ec-85b2-b534edfa0e26">
      <Terms xmlns="http://schemas.microsoft.com/office/infopath/2007/PartnerControls"/>
    </lcf76f155ced4ddcb4097134ff3c332f>
    <TaxCatchAll xmlns="ebc239ba-503b-40ba-bc95-f44391189fc3" xsi:nil="true"/>
  </documentManagement>
</p:properties>
</file>

<file path=customXml/itemProps1.xml><?xml version="1.0" encoding="utf-8"?>
<ds:datastoreItem xmlns:ds="http://schemas.openxmlformats.org/officeDocument/2006/customXml" ds:itemID="{540E6873-1165-421A-8D35-7F69BF700F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f1818f5-bf13-45ec-85b2-b534edfa0e26"/>
    <ds:schemaRef ds:uri="ebc239ba-503b-40ba-bc95-f44391189fc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857EC4A-8B87-4D15-B819-A35A33D06A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DCD9139-40EB-402F-B8E4-3E93E73F97A3}">
  <ds:schemaRefs>
    <ds:schemaRef ds:uri="af1818f5-bf13-45ec-85b2-b534edfa0e26"/>
    <ds:schemaRef ds:uri="ebc239ba-503b-40ba-bc95-f44391189fc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6569</TotalTime>
  <Words>596</Words>
  <Application>Microsoft Office PowerPoint</Application>
  <PresentationFormat>ワイド画面</PresentationFormat>
  <Paragraphs>143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Meiryo UI</vt:lpstr>
      <vt:lpstr>游ゴシック</vt:lpstr>
      <vt:lpstr>Arial</vt:lpstr>
      <vt:lpstr>Wingdings</vt:lpstr>
      <vt:lpstr>Office テーマ</vt:lpstr>
      <vt:lpstr>事業体制（2026年4月時点）</vt:lpstr>
      <vt:lpstr>ホールディングス化に伴うメリット・株式比率</vt:lpstr>
      <vt:lpstr>事業｜コンサル除く、各種事業に関して｜インセンティブ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Habu Yuki</dc:creator>
  <cp:lastModifiedBy>中山直樹</cp:lastModifiedBy>
  <cp:revision>11</cp:revision>
  <dcterms:created xsi:type="dcterms:W3CDTF">2021-09-21T01:50:40Z</dcterms:created>
  <dcterms:modified xsi:type="dcterms:W3CDTF">2026-01-07T01:38:59Z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0x0101005D402C4C94F8874392D4434E9C075582</vt:lpwstr>
  </property>
  <property fmtid="{D5CDD505-2E9C-101B-9397-08002B2CF9AE}" pid="3" name="MediaServiceImageTags">
    <vt:lpwstr/>
  </property>
</Properties>
</file>